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  <p:sldId id="264" r:id="rId7"/>
    <p:sldId id="265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87"/>
    <p:restoredTop sz="94733"/>
  </p:normalViewPr>
  <p:slideViewPr>
    <p:cSldViewPr snapToGrid="0" snapToObjects="1">
      <p:cViewPr varScale="1">
        <p:scale>
          <a:sx n="104" d="100"/>
          <a:sy n="10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DCE9-8A79-684A-A5EC-07C607639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3EC7D-A02B-1A47-816C-6A1130ACF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BBCEB-A6AC-8645-B3EA-B8721797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6A9F0-A226-FD40-8136-90B0DA74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2C6F2-D4FE-C54E-8753-41FB297B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1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8C15-23D7-944C-A91E-72784404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FFBB1-AF0D-6D47-8EC0-3FF540572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43388-F716-4647-8B43-B2E7EBEC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E1F5-6421-8040-B6AA-D7F09EAD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0A70B-1DE0-5A42-9E2B-2C5FA251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9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FE946-A5CB-0443-B88F-F9BF7270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406D9-FD49-C548-80BB-EFB76657E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3E850-7107-6B47-AF98-086C24D3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CD73E-2E18-0D4C-AEC2-B0BD134E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A0B9-7E3D-9A4B-9CD5-7CC58B21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541E-768C-5A4A-9AD3-69832AD1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3112-D68D-4746-B8F9-9F9E77968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AC6C2-8144-7647-8486-1F3FF13F1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F493C-EA6C-D444-A831-3DBC00E5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20397-E8C6-E24C-8FEC-3FB58E38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8D51E-3342-0B41-A050-64934EA8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1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6307-56B0-5240-BC4F-0F5D9B96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58F12-AFAB-5B4E-AC09-88CCEDE93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48A2A-519C-5245-B3B4-4E494AAC3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FAF7B-DBF1-B14C-9EF1-BB2F5167E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7B5B6-6677-6942-B190-DE65D2E9C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F71C0-18D2-6B49-968A-EAB29EC8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1673C-7FD7-274D-8282-A4BE77DB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9F9F6-1BD3-F14A-9D4E-BE7B7A6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9B58-EC3B-E349-BD9D-414F94D3D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5029D-2FD4-1F4E-9A7D-F9793AD9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32730-B844-1448-A2E8-40F540A5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E1216-7F31-F442-B576-133A1DBA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10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6158CE-E651-A642-8F8C-205354CFC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FAB53B-CE4A-1948-B999-612F55AB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44710-AC3F-0747-98F6-EC461401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3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960E-2EB2-4441-9454-4B3C0CB3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C1B4-7A64-214A-9603-CB7BA77A0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AECB9-8DAD-E14B-AB39-7A807CA5F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2F79E-B1E4-8C4B-80AA-BC27BCEA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9C761-8785-2645-A4C6-DD52251D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78B62-B16D-8844-A2DF-72ABA18A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2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D01B-C309-C841-9F89-EEF3F2176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9DA2F-9B0E-C742-9D4A-8BD12C373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015B1-95FE-2340-97C1-F722B59E7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90998-0B13-334A-9B22-73942208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1EBF7-9C79-CE4D-9C2A-1C9F3C89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7D023-14B8-D741-81E5-7849328A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8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5C2C-AFD7-FD41-949F-C5869A18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B601D-A730-AF4A-84E3-B8A2988C3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3E24-A25A-9349-8F73-9A35DAB2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97595-737D-8A47-A92A-5FC4F8D93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460C2-01BB-6F49-A1B4-E5AA3DB6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82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A0D24A-D0EB-4F46-ACEE-C530DDDBA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9D33B-638C-2A42-A893-9313D8BB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AF4F4-5D1C-A749-8311-EB53154E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2E1F9-BCF8-2B4B-81D2-C0ACD976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54FB9-754A-EF43-BEA5-D3ADDAB8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3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B51F1F-FFF0-F345-A498-BB0FF79F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40B6E-D10B-1E47-B585-320066CFC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AB1EC-D3C0-DF43-9B87-9B1312A6E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30BC7-BBF5-8D4A-95D6-2DF9D7A34BD3}" type="datetimeFigureOut">
              <a:rPr lang="en-US" smtClean="0"/>
              <a:t>11/26/23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647FF-918C-5542-898C-46FB7E27E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624E-88DE-2C4E-A3A5-BC44F9313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09F39-0C43-6C46-B58C-F4C078DD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8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6043DA7-7ACC-C449-AA7F-DC741D3B1F8C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D8C9BA-A0C5-F148-B0CF-5562BB25380B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794109-9907-B94A-82D0-A710B3151FF5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A1FDCF-D6ED-3B48-B35D-52FAAB29356E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662405-FC26-3149-9327-CB62BCDB5247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1C01B10-B769-1247-A590-AF7295C38272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D5508A-B664-F942-9185-D3F5F2533D98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2582526-556F-1346-9AB6-5F72A217FB91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0183C4F-2AE5-EE48-A2D0-E706EDB71E09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F7BDA8A-1635-7F40-BB8E-95341E773A2E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BD8D21-AAFD-0E4C-9490-1E6958C3FE1A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828A67-F801-BE46-804D-A91042BC9B1F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17942A9-B850-CA4C-AC63-114ACAC057AE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3D685A-56A7-8E4D-B79E-E21F75A08855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8F8385-4059-5D4E-AF82-6C8211214891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612CFCA-61B5-5E4E-AEB4-5995944DF5E8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819914-C070-B04D-AEE8-B77E9CA29557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CAFFCE-B1E0-F44F-AED4-83E0D5EE927B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D49BF1-6648-6848-A8E1-9F37F18FB325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050EE2E-C6FC-364C-BFF1-B3C066A73B44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F1D54D-E1CA-4C49-93A6-7CD8C494002C}"/>
              </a:ext>
            </a:extLst>
          </p:cNvPr>
          <p:cNvCxnSpPr>
            <a:stCxn id="39" idx="4"/>
            <a:endCxn id="50" idx="0"/>
          </p:cNvCxnSpPr>
          <p:nvPr/>
        </p:nvCxnSpPr>
        <p:spPr>
          <a:xfrm flipH="1">
            <a:off x="228600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F579457-37FA-674F-819F-F7AAA7B015EA}"/>
              </a:ext>
            </a:extLst>
          </p:cNvPr>
          <p:cNvCxnSpPr>
            <a:cxnSpLocks/>
            <a:stCxn id="32" idx="4"/>
            <a:endCxn id="49" idx="0"/>
          </p:cNvCxnSpPr>
          <p:nvPr/>
        </p:nvCxnSpPr>
        <p:spPr>
          <a:xfrm flipH="1">
            <a:off x="929047" y="457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7657BA5-5DD2-7F4B-B294-A485C19A0BDD}"/>
              </a:ext>
            </a:extLst>
          </p:cNvPr>
          <p:cNvCxnSpPr>
            <a:cxnSpLocks/>
            <a:stCxn id="32" idx="4"/>
            <a:endCxn id="48" idx="0"/>
          </p:cNvCxnSpPr>
          <p:nvPr/>
        </p:nvCxnSpPr>
        <p:spPr>
          <a:xfrm flipH="1">
            <a:off x="1629494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51DADB1-B400-8F45-99E3-9D828056E98A}"/>
              </a:ext>
            </a:extLst>
          </p:cNvPr>
          <p:cNvCxnSpPr>
            <a:cxnSpLocks/>
            <a:stCxn id="36" idx="4"/>
            <a:endCxn id="43" idx="0"/>
          </p:cNvCxnSpPr>
          <p:nvPr/>
        </p:nvCxnSpPr>
        <p:spPr>
          <a:xfrm flipH="1">
            <a:off x="2329941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1C0301-C497-624D-BC36-EBDF57A0A7F4}"/>
              </a:ext>
            </a:extLst>
          </p:cNvPr>
          <p:cNvCxnSpPr>
            <a:cxnSpLocks/>
            <a:stCxn id="37" idx="4"/>
            <a:endCxn id="46" idx="0"/>
          </p:cNvCxnSpPr>
          <p:nvPr/>
        </p:nvCxnSpPr>
        <p:spPr>
          <a:xfrm flipH="1">
            <a:off x="3030388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F14ADBF-C3A4-A249-B1CB-C2D6C6B04D65}"/>
              </a:ext>
            </a:extLst>
          </p:cNvPr>
          <p:cNvCxnSpPr>
            <a:cxnSpLocks/>
            <a:stCxn id="37" idx="4"/>
            <a:endCxn id="47" idx="0"/>
          </p:cNvCxnSpPr>
          <p:nvPr/>
        </p:nvCxnSpPr>
        <p:spPr>
          <a:xfrm>
            <a:off x="3730835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DE6F007-B5E9-CF4D-817F-AF6A22B0256B}"/>
              </a:ext>
            </a:extLst>
          </p:cNvPr>
          <p:cNvCxnSpPr>
            <a:cxnSpLocks/>
            <a:stCxn id="33" idx="4"/>
            <a:endCxn id="44" idx="0"/>
          </p:cNvCxnSpPr>
          <p:nvPr/>
        </p:nvCxnSpPr>
        <p:spPr>
          <a:xfrm>
            <a:off x="443128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A77D356-8F1D-7A43-8F37-1CD28568A78F}"/>
              </a:ext>
            </a:extLst>
          </p:cNvPr>
          <p:cNvCxnSpPr>
            <a:cxnSpLocks/>
            <a:stCxn id="34" idx="4"/>
            <a:endCxn id="45" idx="0"/>
          </p:cNvCxnSpPr>
          <p:nvPr/>
        </p:nvCxnSpPr>
        <p:spPr>
          <a:xfrm>
            <a:off x="5131729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CC81D9A-9802-6E48-97B6-E1FAA37AAA77}"/>
              </a:ext>
            </a:extLst>
          </p:cNvPr>
          <p:cNvCxnSpPr>
            <a:cxnSpLocks/>
            <a:stCxn id="31" idx="4"/>
            <a:endCxn id="41" idx="0"/>
          </p:cNvCxnSpPr>
          <p:nvPr/>
        </p:nvCxnSpPr>
        <p:spPr>
          <a:xfrm flipH="1">
            <a:off x="5832176" y="4572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419837F-D97A-8B43-BBB4-0259865070B0}"/>
              </a:ext>
            </a:extLst>
          </p:cNvPr>
          <p:cNvCxnSpPr>
            <a:cxnSpLocks/>
            <a:stCxn id="31" idx="4"/>
            <a:endCxn id="42" idx="0"/>
          </p:cNvCxnSpPr>
          <p:nvPr/>
        </p:nvCxnSpPr>
        <p:spPr>
          <a:xfrm>
            <a:off x="653262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7510DDD9-C167-A145-8EE8-568F02EDC944}"/>
              </a:ext>
            </a:extLst>
          </p:cNvPr>
          <p:cNvSpPr/>
          <p:nvPr/>
        </p:nvSpPr>
        <p:spPr>
          <a:xfrm>
            <a:off x="5603576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9209E3B-0F40-2F4E-B7A5-5F331F8529AC}"/>
              </a:ext>
            </a:extLst>
          </p:cNvPr>
          <p:cNvSpPr/>
          <p:nvPr/>
        </p:nvSpPr>
        <p:spPr>
          <a:xfrm>
            <a:off x="6304022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7638101-15FE-D347-8404-9250AAA16341}"/>
              </a:ext>
            </a:extLst>
          </p:cNvPr>
          <p:cNvSpPr/>
          <p:nvPr/>
        </p:nvSpPr>
        <p:spPr>
          <a:xfrm>
            <a:off x="2101341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CCA76ED-C280-D446-A2F8-32CD543294D5}"/>
              </a:ext>
            </a:extLst>
          </p:cNvPr>
          <p:cNvSpPr/>
          <p:nvPr/>
        </p:nvSpPr>
        <p:spPr>
          <a:xfrm>
            <a:off x="4202682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A48BFAE-7BAB-A742-833C-5F66FD4D4FE9}"/>
              </a:ext>
            </a:extLst>
          </p:cNvPr>
          <p:cNvSpPr/>
          <p:nvPr/>
        </p:nvSpPr>
        <p:spPr>
          <a:xfrm>
            <a:off x="4903129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B5A02EC-0563-4B4F-AC9E-3239A9517A58}"/>
              </a:ext>
            </a:extLst>
          </p:cNvPr>
          <p:cNvSpPr/>
          <p:nvPr/>
        </p:nvSpPr>
        <p:spPr>
          <a:xfrm>
            <a:off x="2801788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BE3E82-948D-6347-93D1-9BD746C653A5}"/>
              </a:ext>
            </a:extLst>
          </p:cNvPr>
          <p:cNvSpPr/>
          <p:nvPr/>
        </p:nvSpPr>
        <p:spPr>
          <a:xfrm>
            <a:off x="3502235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74BFD0E-8A92-7343-86D2-CADB6845AD77}"/>
              </a:ext>
            </a:extLst>
          </p:cNvPr>
          <p:cNvSpPr/>
          <p:nvPr/>
        </p:nvSpPr>
        <p:spPr>
          <a:xfrm>
            <a:off x="1400894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91A77AF-F4D2-064F-B2F5-028FD7E0057E}"/>
              </a:ext>
            </a:extLst>
          </p:cNvPr>
          <p:cNvSpPr/>
          <p:nvPr/>
        </p:nvSpPr>
        <p:spPr>
          <a:xfrm>
            <a:off x="700447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BDB2184-FB25-9645-8B56-4CBB28B1E2FB}"/>
              </a:ext>
            </a:extLst>
          </p:cNvPr>
          <p:cNvSpPr/>
          <p:nvPr/>
        </p:nvSpPr>
        <p:spPr>
          <a:xfrm>
            <a:off x="0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6554BE7-475C-4D4F-948B-C53494929D3C}"/>
              </a:ext>
            </a:extLst>
          </p:cNvPr>
          <p:cNvCxnSpPr>
            <a:cxnSpLocks/>
            <a:stCxn id="50" idx="4"/>
            <a:endCxn id="94" idx="0"/>
          </p:cNvCxnSpPr>
          <p:nvPr/>
        </p:nvCxnSpPr>
        <p:spPr>
          <a:xfrm>
            <a:off x="228600" y="1270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A578CBF-3ABD-8E40-BE46-06AD2B550843}"/>
              </a:ext>
            </a:extLst>
          </p:cNvPr>
          <p:cNvCxnSpPr>
            <a:cxnSpLocks/>
            <a:stCxn id="48" idx="4"/>
            <a:endCxn id="93" idx="0"/>
          </p:cNvCxnSpPr>
          <p:nvPr/>
        </p:nvCxnSpPr>
        <p:spPr>
          <a:xfrm flipH="1">
            <a:off x="929047" y="1270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48B3-7A9E-A942-AB54-5C31028BC330}"/>
              </a:ext>
            </a:extLst>
          </p:cNvPr>
          <p:cNvCxnSpPr>
            <a:cxnSpLocks/>
            <a:stCxn id="48" idx="4"/>
            <a:endCxn id="92" idx="0"/>
          </p:cNvCxnSpPr>
          <p:nvPr/>
        </p:nvCxnSpPr>
        <p:spPr>
          <a:xfrm>
            <a:off x="1629494" y="1270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E670C73-F734-A24D-BAAE-166978E43A77}"/>
              </a:ext>
            </a:extLst>
          </p:cNvPr>
          <p:cNvCxnSpPr>
            <a:cxnSpLocks/>
            <a:stCxn id="48" idx="4"/>
            <a:endCxn id="87" idx="0"/>
          </p:cNvCxnSpPr>
          <p:nvPr/>
        </p:nvCxnSpPr>
        <p:spPr>
          <a:xfrm>
            <a:off x="1629494" y="1270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422331B-B93F-0D49-94B7-11D88FB24245}"/>
              </a:ext>
            </a:extLst>
          </p:cNvPr>
          <p:cNvCxnSpPr>
            <a:cxnSpLocks/>
            <a:stCxn id="48" idx="4"/>
            <a:endCxn id="90" idx="0"/>
          </p:cNvCxnSpPr>
          <p:nvPr/>
        </p:nvCxnSpPr>
        <p:spPr>
          <a:xfrm>
            <a:off x="1629494" y="12700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C8B72D7-ED7A-D941-A10F-1975C6120F22}"/>
              </a:ext>
            </a:extLst>
          </p:cNvPr>
          <p:cNvCxnSpPr>
            <a:cxnSpLocks/>
            <a:stCxn id="48" idx="4"/>
            <a:endCxn id="91" idx="0"/>
          </p:cNvCxnSpPr>
          <p:nvPr/>
        </p:nvCxnSpPr>
        <p:spPr>
          <a:xfrm>
            <a:off x="1629494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3DA302D-8F6D-2C4A-8912-F88173405155}"/>
              </a:ext>
            </a:extLst>
          </p:cNvPr>
          <p:cNvCxnSpPr>
            <a:cxnSpLocks/>
            <a:stCxn id="48" idx="4"/>
            <a:endCxn id="88" idx="0"/>
          </p:cNvCxnSpPr>
          <p:nvPr/>
        </p:nvCxnSpPr>
        <p:spPr>
          <a:xfrm>
            <a:off x="1629494" y="1270000"/>
            <a:ext cx="2801788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A0E8879-D9AC-BE4D-A571-C3AE5711E5F4}"/>
              </a:ext>
            </a:extLst>
          </p:cNvPr>
          <p:cNvCxnSpPr>
            <a:cxnSpLocks/>
            <a:stCxn id="46" idx="4"/>
            <a:endCxn id="89" idx="0"/>
          </p:cNvCxnSpPr>
          <p:nvPr/>
        </p:nvCxnSpPr>
        <p:spPr>
          <a:xfrm>
            <a:off x="3030388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544914E-8104-E54A-B059-76D66E4D2B2A}"/>
              </a:ext>
            </a:extLst>
          </p:cNvPr>
          <p:cNvCxnSpPr>
            <a:cxnSpLocks/>
            <a:stCxn id="47" idx="4"/>
            <a:endCxn id="85" idx="0"/>
          </p:cNvCxnSpPr>
          <p:nvPr/>
        </p:nvCxnSpPr>
        <p:spPr>
          <a:xfrm>
            <a:off x="3730835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EFD9B67-560D-2B48-AFAD-79931FACF859}"/>
              </a:ext>
            </a:extLst>
          </p:cNvPr>
          <p:cNvCxnSpPr>
            <a:cxnSpLocks/>
            <a:stCxn id="44" idx="4"/>
            <a:endCxn id="86" idx="0"/>
          </p:cNvCxnSpPr>
          <p:nvPr/>
        </p:nvCxnSpPr>
        <p:spPr>
          <a:xfrm>
            <a:off x="4431282" y="1270000"/>
            <a:ext cx="210134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428BEDB7-3103-2748-97CB-3B6C01288772}"/>
              </a:ext>
            </a:extLst>
          </p:cNvPr>
          <p:cNvSpPr/>
          <p:nvPr/>
        </p:nvSpPr>
        <p:spPr>
          <a:xfrm>
            <a:off x="5603576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A620C523-3763-1E48-B71F-CD9ECFD52AB4}"/>
              </a:ext>
            </a:extLst>
          </p:cNvPr>
          <p:cNvSpPr/>
          <p:nvPr/>
        </p:nvSpPr>
        <p:spPr>
          <a:xfrm>
            <a:off x="6304022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1E455E2-F20E-1A48-9FF6-519E03016665}"/>
              </a:ext>
            </a:extLst>
          </p:cNvPr>
          <p:cNvSpPr/>
          <p:nvPr/>
        </p:nvSpPr>
        <p:spPr>
          <a:xfrm>
            <a:off x="2101341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9AD4738-56DD-B44D-9148-027A4B2E9042}"/>
              </a:ext>
            </a:extLst>
          </p:cNvPr>
          <p:cNvSpPr/>
          <p:nvPr/>
        </p:nvSpPr>
        <p:spPr>
          <a:xfrm>
            <a:off x="4202682" y="24384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281DCCB-D34E-C74E-A4C3-6D3C89011638}"/>
              </a:ext>
            </a:extLst>
          </p:cNvPr>
          <p:cNvSpPr/>
          <p:nvPr/>
        </p:nvSpPr>
        <p:spPr>
          <a:xfrm>
            <a:off x="4903129" y="24384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E6FF27D1-473C-3140-A9F4-70D8B8207DBC}"/>
              </a:ext>
            </a:extLst>
          </p:cNvPr>
          <p:cNvSpPr/>
          <p:nvPr/>
        </p:nvSpPr>
        <p:spPr>
          <a:xfrm>
            <a:off x="2801788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303B94B-D3CE-F74C-9779-99F3F33F6333}"/>
              </a:ext>
            </a:extLst>
          </p:cNvPr>
          <p:cNvSpPr/>
          <p:nvPr/>
        </p:nvSpPr>
        <p:spPr>
          <a:xfrm>
            <a:off x="3502235" y="24384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4F97B2B-3E2D-BE48-8E97-40F6C8CAA5DB}"/>
              </a:ext>
            </a:extLst>
          </p:cNvPr>
          <p:cNvSpPr/>
          <p:nvPr/>
        </p:nvSpPr>
        <p:spPr>
          <a:xfrm>
            <a:off x="1400894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4C00900-FCF3-7944-AAB9-6F8A0D043A1B}"/>
              </a:ext>
            </a:extLst>
          </p:cNvPr>
          <p:cNvSpPr/>
          <p:nvPr/>
        </p:nvSpPr>
        <p:spPr>
          <a:xfrm>
            <a:off x="700447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408A3E6-8D5E-8145-8392-18747ED2E3B3}"/>
              </a:ext>
            </a:extLst>
          </p:cNvPr>
          <p:cNvSpPr/>
          <p:nvPr/>
        </p:nvSpPr>
        <p:spPr>
          <a:xfrm>
            <a:off x="0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E1B2323-7277-6243-A3C9-A2BF0CA08117}"/>
              </a:ext>
            </a:extLst>
          </p:cNvPr>
          <p:cNvCxnSpPr>
            <a:cxnSpLocks/>
            <a:stCxn id="92" idx="4"/>
            <a:endCxn id="126" idx="0"/>
          </p:cNvCxnSpPr>
          <p:nvPr/>
        </p:nvCxnSpPr>
        <p:spPr>
          <a:xfrm flipH="1">
            <a:off x="228600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403E102-6CED-5B43-87C0-2CA606A99475}"/>
              </a:ext>
            </a:extLst>
          </p:cNvPr>
          <p:cNvCxnSpPr>
            <a:cxnSpLocks/>
            <a:stCxn id="87" idx="4"/>
            <a:endCxn id="125" idx="0"/>
          </p:cNvCxnSpPr>
          <p:nvPr/>
        </p:nvCxnSpPr>
        <p:spPr>
          <a:xfrm flipH="1">
            <a:off x="929047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36597D5-0F88-144A-910A-99BBEE140951}"/>
              </a:ext>
            </a:extLst>
          </p:cNvPr>
          <p:cNvCxnSpPr>
            <a:cxnSpLocks/>
            <a:stCxn id="90" idx="4"/>
            <a:endCxn id="124" idx="0"/>
          </p:cNvCxnSpPr>
          <p:nvPr/>
        </p:nvCxnSpPr>
        <p:spPr>
          <a:xfrm flipH="1">
            <a:off x="1629494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22CB794-866F-4243-BA10-D047E84DA2BC}"/>
              </a:ext>
            </a:extLst>
          </p:cNvPr>
          <p:cNvCxnSpPr>
            <a:cxnSpLocks/>
            <a:stCxn id="91" idx="4"/>
            <a:endCxn id="119" idx="0"/>
          </p:cNvCxnSpPr>
          <p:nvPr/>
        </p:nvCxnSpPr>
        <p:spPr>
          <a:xfrm flipH="1">
            <a:off x="2329941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A6AB527-85E9-4744-803A-3B0F2D82D772}"/>
              </a:ext>
            </a:extLst>
          </p:cNvPr>
          <p:cNvCxnSpPr>
            <a:cxnSpLocks/>
            <a:stCxn id="88" idx="4"/>
            <a:endCxn id="122" idx="0"/>
          </p:cNvCxnSpPr>
          <p:nvPr/>
        </p:nvCxnSpPr>
        <p:spPr>
          <a:xfrm flipH="1">
            <a:off x="3030388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1B2D20E-2BDD-5546-A238-EFE12ABC7272}"/>
              </a:ext>
            </a:extLst>
          </p:cNvPr>
          <p:cNvCxnSpPr>
            <a:cxnSpLocks/>
            <a:stCxn id="89" idx="4"/>
            <a:endCxn id="123" idx="0"/>
          </p:cNvCxnSpPr>
          <p:nvPr/>
        </p:nvCxnSpPr>
        <p:spPr>
          <a:xfrm flipH="1">
            <a:off x="3730835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8CDE0F5-6578-B944-842B-7594F4D4E3E7}"/>
              </a:ext>
            </a:extLst>
          </p:cNvPr>
          <p:cNvCxnSpPr>
            <a:cxnSpLocks/>
            <a:stCxn id="85" idx="4"/>
            <a:endCxn id="120" idx="0"/>
          </p:cNvCxnSpPr>
          <p:nvPr/>
        </p:nvCxnSpPr>
        <p:spPr>
          <a:xfrm flipH="1">
            <a:off x="4431282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73CC64C-4D0F-1640-87BC-7384F9EA6DFB}"/>
              </a:ext>
            </a:extLst>
          </p:cNvPr>
          <p:cNvCxnSpPr>
            <a:cxnSpLocks/>
            <a:stCxn id="85" idx="4"/>
            <a:endCxn id="121" idx="0"/>
          </p:cNvCxnSpPr>
          <p:nvPr/>
        </p:nvCxnSpPr>
        <p:spPr>
          <a:xfrm flipH="1">
            <a:off x="5131729" y="20828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F235D8E-D0A8-C541-A8EF-091084E777CF}"/>
              </a:ext>
            </a:extLst>
          </p:cNvPr>
          <p:cNvCxnSpPr>
            <a:cxnSpLocks/>
            <a:stCxn id="86" idx="4"/>
            <a:endCxn id="117" idx="0"/>
          </p:cNvCxnSpPr>
          <p:nvPr/>
        </p:nvCxnSpPr>
        <p:spPr>
          <a:xfrm flipH="1">
            <a:off x="5832176" y="20828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DB3EA46-2A3E-3C44-B196-D50242BC5587}"/>
              </a:ext>
            </a:extLst>
          </p:cNvPr>
          <p:cNvCxnSpPr>
            <a:cxnSpLocks/>
            <a:stCxn id="86" idx="4"/>
            <a:endCxn id="118" idx="0"/>
          </p:cNvCxnSpPr>
          <p:nvPr/>
        </p:nvCxnSpPr>
        <p:spPr>
          <a:xfrm>
            <a:off x="6532622" y="20828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838849ED-8F43-6143-994A-DCDF440041EA}"/>
              </a:ext>
            </a:extLst>
          </p:cNvPr>
          <p:cNvSpPr/>
          <p:nvPr/>
        </p:nvSpPr>
        <p:spPr>
          <a:xfrm>
            <a:off x="5603576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8774959-D71E-7A45-8278-25D5BFA3F9D7}"/>
              </a:ext>
            </a:extLst>
          </p:cNvPr>
          <p:cNvSpPr/>
          <p:nvPr/>
        </p:nvSpPr>
        <p:spPr>
          <a:xfrm>
            <a:off x="6304022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7C2C25F9-BDB9-1C48-9B73-0FCD0618FFEB}"/>
              </a:ext>
            </a:extLst>
          </p:cNvPr>
          <p:cNvSpPr/>
          <p:nvPr/>
        </p:nvSpPr>
        <p:spPr>
          <a:xfrm>
            <a:off x="2101341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3814F93-4D0A-DF46-A131-8A0F22D94102}"/>
              </a:ext>
            </a:extLst>
          </p:cNvPr>
          <p:cNvSpPr/>
          <p:nvPr/>
        </p:nvSpPr>
        <p:spPr>
          <a:xfrm>
            <a:off x="4202682" y="32512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D977C81B-7AB5-2E4A-A3A5-9FF2446F06C4}"/>
              </a:ext>
            </a:extLst>
          </p:cNvPr>
          <p:cNvSpPr/>
          <p:nvPr/>
        </p:nvSpPr>
        <p:spPr>
          <a:xfrm>
            <a:off x="4903129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1B8CB4CA-9850-4F43-AEDA-6B7A27E708E2}"/>
              </a:ext>
            </a:extLst>
          </p:cNvPr>
          <p:cNvSpPr/>
          <p:nvPr/>
        </p:nvSpPr>
        <p:spPr>
          <a:xfrm>
            <a:off x="2801788" y="32512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58BB5C86-CFFD-6741-B00E-3CA48A12CEE4}"/>
              </a:ext>
            </a:extLst>
          </p:cNvPr>
          <p:cNvSpPr/>
          <p:nvPr/>
        </p:nvSpPr>
        <p:spPr>
          <a:xfrm>
            <a:off x="3502235" y="32512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C0B345DE-D5AB-F046-970B-C7A669F917C4}"/>
              </a:ext>
            </a:extLst>
          </p:cNvPr>
          <p:cNvSpPr/>
          <p:nvPr/>
        </p:nvSpPr>
        <p:spPr>
          <a:xfrm>
            <a:off x="1400894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C1C48CD2-067A-144C-B522-A28C4975A0A8}"/>
              </a:ext>
            </a:extLst>
          </p:cNvPr>
          <p:cNvSpPr/>
          <p:nvPr/>
        </p:nvSpPr>
        <p:spPr>
          <a:xfrm>
            <a:off x="700447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02BF9D62-AF12-354D-A8C4-E53B55180118}"/>
              </a:ext>
            </a:extLst>
          </p:cNvPr>
          <p:cNvSpPr/>
          <p:nvPr/>
        </p:nvSpPr>
        <p:spPr>
          <a:xfrm>
            <a:off x="0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B8AE5D0-9958-B74E-B623-469BB5C189EB}"/>
              </a:ext>
            </a:extLst>
          </p:cNvPr>
          <p:cNvCxnSpPr>
            <a:cxnSpLocks/>
            <a:stCxn id="125" idx="4"/>
            <a:endCxn id="156" idx="0"/>
          </p:cNvCxnSpPr>
          <p:nvPr/>
        </p:nvCxnSpPr>
        <p:spPr>
          <a:xfrm flipH="1">
            <a:off x="228600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F843217-9458-2E41-BE66-DF9CCDC03126}"/>
              </a:ext>
            </a:extLst>
          </p:cNvPr>
          <p:cNvCxnSpPr>
            <a:cxnSpLocks/>
            <a:stCxn id="124" idx="4"/>
            <a:endCxn id="155" idx="0"/>
          </p:cNvCxnSpPr>
          <p:nvPr/>
        </p:nvCxnSpPr>
        <p:spPr>
          <a:xfrm flipH="1">
            <a:off x="929047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360EF1B-6D1E-2E4B-AA73-C21EA176BC6A}"/>
              </a:ext>
            </a:extLst>
          </p:cNvPr>
          <p:cNvCxnSpPr>
            <a:cxnSpLocks/>
            <a:stCxn id="119" idx="4"/>
            <a:endCxn id="154" idx="0"/>
          </p:cNvCxnSpPr>
          <p:nvPr/>
        </p:nvCxnSpPr>
        <p:spPr>
          <a:xfrm flipH="1">
            <a:off x="1629494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9BF2B73-1083-784C-80BD-244FD7D58332}"/>
              </a:ext>
            </a:extLst>
          </p:cNvPr>
          <p:cNvCxnSpPr>
            <a:cxnSpLocks/>
            <a:stCxn id="122" idx="4"/>
            <a:endCxn id="149" idx="0"/>
          </p:cNvCxnSpPr>
          <p:nvPr/>
        </p:nvCxnSpPr>
        <p:spPr>
          <a:xfrm flipH="1">
            <a:off x="2329941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FA9071B8-0546-1440-9AA2-C9EAE75207BA}"/>
              </a:ext>
            </a:extLst>
          </p:cNvPr>
          <p:cNvCxnSpPr>
            <a:cxnSpLocks/>
            <a:stCxn id="123" idx="4"/>
            <a:endCxn id="152" idx="0"/>
          </p:cNvCxnSpPr>
          <p:nvPr/>
        </p:nvCxnSpPr>
        <p:spPr>
          <a:xfrm flipH="1">
            <a:off x="3030388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37A0914-6A95-1E44-8D23-ECA3199A8CE9}"/>
              </a:ext>
            </a:extLst>
          </p:cNvPr>
          <p:cNvCxnSpPr>
            <a:cxnSpLocks/>
            <a:stCxn id="120" idx="4"/>
            <a:endCxn id="153" idx="0"/>
          </p:cNvCxnSpPr>
          <p:nvPr/>
        </p:nvCxnSpPr>
        <p:spPr>
          <a:xfrm flipH="1">
            <a:off x="3730835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CE1F4BBF-A2FE-2741-9236-3F4A1089CD77}"/>
              </a:ext>
            </a:extLst>
          </p:cNvPr>
          <p:cNvCxnSpPr>
            <a:cxnSpLocks/>
            <a:stCxn id="121" idx="4"/>
            <a:endCxn id="150" idx="0"/>
          </p:cNvCxnSpPr>
          <p:nvPr/>
        </p:nvCxnSpPr>
        <p:spPr>
          <a:xfrm flipH="1">
            <a:off x="4431282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C6A6048-15CF-F147-9EE9-2B39521AD828}"/>
              </a:ext>
            </a:extLst>
          </p:cNvPr>
          <p:cNvCxnSpPr>
            <a:cxnSpLocks/>
            <a:stCxn id="117" idx="4"/>
            <a:endCxn id="151" idx="0"/>
          </p:cNvCxnSpPr>
          <p:nvPr/>
        </p:nvCxnSpPr>
        <p:spPr>
          <a:xfrm flipH="1">
            <a:off x="5131729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09551EB-F9D8-E04D-8A85-1369C1F319CC}"/>
              </a:ext>
            </a:extLst>
          </p:cNvPr>
          <p:cNvCxnSpPr>
            <a:cxnSpLocks/>
            <a:stCxn id="117" idx="4"/>
            <a:endCxn id="147" idx="0"/>
          </p:cNvCxnSpPr>
          <p:nvPr/>
        </p:nvCxnSpPr>
        <p:spPr>
          <a:xfrm>
            <a:off x="5832176" y="28956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4ADEF983-A881-A244-A907-2A1E02D91DF7}"/>
              </a:ext>
            </a:extLst>
          </p:cNvPr>
          <p:cNvCxnSpPr>
            <a:cxnSpLocks/>
            <a:stCxn id="118" idx="4"/>
            <a:endCxn id="148" idx="0"/>
          </p:cNvCxnSpPr>
          <p:nvPr/>
        </p:nvCxnSpPr>
        <p:spPr>
          <a:xfrm>
            <a:off x="6532622" y="28956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77">
            <a:extLst>
              <a:ext uri="{FF2B5EF4-FFF2-40B4-BE49-F238E27FC236}">
                <a16:creationId xmlns:a16="http://schemas.microsoft.com/office/drawing/2014/main" id="{0FB2ECD4-2B4F-5A4F-A7DF-175E84D26194}"/>
              </a:ext>
            </a:extLst>
          </p:cNvPr>
          <p:cNvSpPr/>
          <p:nvPr/>
        </p:nvSpPr>
        <p:spPr>
          <a:xfrm>
            <a:off x="5603576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01BACFD0-44F4-8E4A-8B8B-FED836EFA01C}"/>
              </a:ext>
            </a:extLst>
          </p:cNvPr>
          <p:cNvSpPr/>
          <p:nvPr/>
        </p:nvSpPr>
        <p:spPr>
          <a:xfrm>
            <a:off x="6304022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6B2FDF38-CA7B-244B-A91D-434F442F9DE9}"/>
              </a:ext>
            </a:extLst>
          </p:cNvPr>
          <p:cNvSpPr/>
          <p:nvPr/>
        </p:nvSpPr>
        <p:spPr>
          <a:xfrm>
            <a:off x="2101341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3174825A-3BCC-D747-9E78-847331AB3444}"/>
              </a:ext>
            </a:extLst>
          </p:cNvPr>
          <p:cNvSpPr/>
          <p:nvPr/>
        </p:nvSpPr>
        <p:spPr>
          <a:xfrm>
            <a:off x="4202682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5E9EC256-AFE3-F84D-8888-9785E5E2338D}"/>
              </a:ext>
            </a:extLst>
          </p:cNvPr>
          <p:cNvSpPr/>
          <p:nvPr/>
        </p:nvSpPr>
        <p:spPr>
          <a:xfrm>
            <a:off x="4903129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98EFCA1-DB00-BD40-A542-7561A501353C}"/>
              </a:ext>
            </a:extLst>
          </p:cNvPr>
          <p:cNvSpPr/>
          <p:nvPr/>
        </p:nvSpPr>
        <p:spPr>
          <a:xfrm>
            <a:off x="2801788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FE5B4340-6CD2-9B42-82A4-5B4A2572C1EA}"/>
              </a:ext>
            </a:extLst>
          </p:cNvPr>
          <p:cNvSpPr/>
          <p:nvPr/>
        </p:nvSpPr>
        <p:spPr>
          <a:xfrm>
            <a:off x="3502235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FC3C6815-73AD-764B-9870-E1824DFD7177}"/>
              </a:ext>
            </a:extLst>
          </p:cNvPr>
          <p:cNvSpPr/>
          <p:nvPr/>
        </p:nvSpPr>
        <p:spPr>
          <a:xfrm>
            <a:off x="1400894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A3E8E8B-2D8E-F948-B53F-6F29CD6FA603}"/>
              </a:ext>
            </a:extLst>
          </p:cNvPr>
          <p:cNvSpPr/>
          <p:nvPr/>
        </p:nvSpPr>
        <p:spPr>
          <a:xfrm>
            <a:off x="700447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D3C273EA-B7C5-084C-BFD8-D6E037A9D983}"/>
              </a:ext>
            </a:extLst>
          </p:cNvPr>
          <p:cNvSpPr/>
          <p:nvPr/>
        </p:nvSpPr>
        <p:spPr>
          <a:xfrm>
            <a:off x="0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F170FB6-5963-8F4A-9DDA-4E500C449D56}"/>
              </a:ext>
            </a:extLst>
          </p:cNvPr>
          <p:cNvCxnSpPr>
            <a:cxnSpLocks/>
            <a:stCxn id="156" idx="4"/>
            <a:endCxn id="187" idx="0"/>
          </p:cNvCxnSpPr>
          <p:nvPr/>
        </p:nvCxnSpPr>
        <p:spPr>
          <a:xfrm>
            <a:off x="228600" y="37084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1E99E048-3B9F-9E4E-8390-D1B06E4B03EB}"/>
              </a:ext>
            </a:extLst>
          </p:cNvPr>
          <p:cNvCxnSpPr>
            <a:cxnSpLocks/>
            <a:stCxn id="156" idx="4"/>
            <a:endCxn id="186" idx="0"/>
          </p:cNvCxnSpPr>
          <p:nvPr/>
        </p:nvCxnSpPr>
        <p:spPr>
          <a:xfrm>
            <a:off x="228600" y="37084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BB514C76-4D53-A549-ABE7-D5033756F4CA}"/>
              </a:ext>
            </a:extLst>
          </p:cNvPr>
          <p:cNvCxnSpPr>
            <a:cxnSpLocks/>
            <a:stCxn id="155" idx="4"/>
            <a:endCxn id="185" idx="0"/>
          </p:cNvCxnSpPr>
          <p:nvPr/>
        </p:nvCxnSpPr>
        <p:spPr>
          <a:xfrm>
            <a:off x="929047" y="37084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E7D8636-3925-3D46-9A7E-96298FC1A1B1}"/>
              </a:ext>
            </a:extLst>
          </p:cNvPr>
          <p:cNvCxnSpPr>
            <a:cxnSpLocks/>
            <a:stCxn id="155" idx="4"/>
            <a:endCxn id="180" idx="0"/>
          </p:cNvCxnSpPr>
          <p:nvPr/>
        </p:nvCxnSpPr>
        <p:spPr>
          <a:xfrm>
            <a:off x="929047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637CCD45-F813-9246-8CF3-85E2D7A98A51}"/>
              </a:ext>
            </a:extLst>
          </p:cNvPr>
          <p:cNvCxnSpPr>
            <a:cxnSpLocks/>
            <a:stCxn id="152" idx="4"/>
            <a:endCxn id="183" idx="0"/>
          </p:cNvCxnSpPr>
          <p:nvPr/>
        </p:nvCxnSpPr>
        <p:spPr>
          <a:xfrm>
            <a:off x="3030388" y="37084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08C94A4-FA6E-2445-B089-87962349A454}"/>
              </a:ext>
            </a:extLst>
          </p:cNvPr>
          <p:cNvCxnSpPr>
            <a:cxnSpLocks/>
            <a:stCxn id="152" idx="4"/>
            <a:endCxn id="184" idx="0"/>
          </p:cNvCxnSpPr>
          <p:nvPr/>
        </p:nvCxnSpPr>
        <p:spPr>
          <a:xfrm>
            <a:off x="3030388" y="37084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A8332562-89D7-7D4B-AFCA-B4243BEF707E}"/>
              </a:ext>
            </a:extLst>
          </p:cNvPr>
          <p:cNvCxnSpPr>
            <a:cxnSpLocks/>
            <a:stCxn id="152" idx="4"/>
            <a:endCxn id="181" idx="0"/>
          </p:cNvCxnSpPr>
          <p:nvPr/>
        </p:nvCxnSpPr>
        <p:spPr>
          <a:xfrm>
            <a:off x="3030388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D0EFF668-4337-BA4C-88A1-35E11206C7EA}"/>
              </a:ext>
            </a:extLst>
          </p:cNvPr>
          <p:cNvCxnSpPr>
            <a:cxnSpLocks/>
            <a:stCxn id="153" idx="4"/>
            <a:endCxn id="182" idx="0"/>
          </p:cNvCxnSpPr>
          <p:nvPr/>
        </p:nvCxnSpPr>
        <p:spPr>
          <a:xfrm>
            <a:off x="3730835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E4FE152D-A5CC-6F40-80D7-9CFC0620F300}"/>
              </a:ext>
            </a:extLst>
          </p:cNvPr>
          <p:cNvCxnSpPr>
            <a:cxnSpLocks/>
            <a:stCxn id="150" idx="4"/>
            <a:endCxn id="178" idx="0"/>
          </p:cNvCxnSpPr>
          <p:nvPr/>
        </p:nvCxnSpPr>
        <p:spPr>
          <a:xfrm>
            <a:off x="4431282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D161073-3030-4E4C-8B19-1487D73AE13C}"/>
              </a:ext>
            </a:extLst>
          </p:cNvPr>
          <p:cNvCxnSpPr>
            <a:cxnSpLocks/>
            <a:stCxn id="147" idx="4"/>
            <a:endCxn id="179" idx="0"/>
          </p:cNvCxnSpPr>
          <p:nvPr/>
        </p:nvCxnSpPr>
        <p:spPr>
          <a:xfrm>
            <a:off x="5832176" y="37084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>
            <a:extLst>
              <a:ext uri="{FF2B5EF4-FFF2-40B4-BE49-F238E27FC236}">
                <a16:creationId xmlns:a16="http://schemas.microsoft.com/office/drawing/2014/main" id="{877994C9-DAB8-014C-A468-BDEE777675C3}"/>
              </a:ext>
            </a:extLst>
          </p:cNvPr>
          <p:cNvSpPr/>
          <p:nvPr/>
        </p:nvSpPr>
        <p:spPr>
          <a:xfrm>
            <a:off x="5603576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11F157D5-D438-3B4B-AF98-D92A4D24BA9B}"/>
              </a:ext>
            </a:extLst>
          </p:cNvPr>
          <p:cNvSpPr/>
          <p:nvPr/>
        </p:nvSpPr>
        <p:spPr>
          <a:xfrm>
            <a:off x="6304022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721E1E24-FD5F-B14F-A08F-534C9179D155}"/>
              </a:ext>
            </a:extLst>
          </p:cNvPr>
          <p:cNvSpPr/>
          <p:nvPr/>
        </p:nvSpPr>
        <p:spPr>
          <a:xfrm>
            <a:off x="2101341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64F5A24-B441-704E-8905-5A1831C7910A}"/>
              </a:ext>
            </a:extLst>
          </p:cNvPr>
          <p:cNvSpPr/>
          <p:nvPr/>
        </p:nvSpPr>
        <p:spPr>
          <a:xfrm>
            <a:off x="4202682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C9BB4A0D-D826-9C4A-ACBD-2B0A0BCA7B89}"/>
              </a:ext>
            </a:extLst>
          </p:cNvPr>
          <p:cNvSpPr/>
          <p:nvPr/>
        </p:nvSpPr>
        <p:spPr>
          <a:xfrm>
            <a:off x="4903129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07F4CCD8-7A4A-414D-AB62-C7873D31A684}"/>
              </a:ext>
            </a:extLst>
          </p:cNvPr>
          <p:cNvSpPr/>
          <p:nvPr/>
        </p:nvSpPr>
        <p:spPr>
          <a:xfrm>
            <a:off x="2801788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2929606-D9BA-4C4B-82FE-F6EEE0395D42}"/>
              </a:ext>
            </a:extLst>
          </p:cNvPr>
          <p:cNvSpPr/>
          <p:nvPr/>
        </p:nvSpPr>
        <p:spPr>
          <a:xfrm>
            <a:off x="3502235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3823433A-03D6-184D-BAE6-EBAD2BF9B5D2}"/>
              </a:ext>
            </a:extLst>
          </p:cNvPr>
          <p:cNvSpPr/>
          <p:nvPr/>
        </p:nvSpPr>
        <p:spPr>
          <a:xfrm>
            <a:off x="1400894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089257F7-55DC-4248-8635-F8651B90C0D2}"/>
              </a:ext>
            </a:extLst>
          </p:cNvPr>
          <p:cNvSpPr/>
          <p:nvPr/>
        </p:nvSpPr>
        <p:spPr>
          <a:xfrm>
            <a:off x="700447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3B057000-D40B-C645-B98E-E1D9E2209FE3}"/>
              </a:ext>
            </a:extLst>
          </p:cNvPr>
          <p:cNvSpPr/>
          <p:nvPr/>
        </p:nvSpPr>
        <p:spPr>
          <a:xfrm>
            <a:off x="0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8AE01F5D-1C30-0D48-8DF2-07301DA08088}"/>
              </a:ext>
            </a:extLst>
          </p:cNvPr>
          <p:cNvCxnSpPr>
            <a:cxnSpLocks/>
            <a:stCxn id="187" idx="4"/>
            <a:endCxn id="220" idx="0"/>
          </p:cNvCxnSpPr>
          <p:nvPr/>
        </p:nvCxnSpPr>
        <p:spPr>
          <a:xfrm>
            <a:off x="228600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66D39607-BF20-7747-9447-F94EA8A1AD11}"/>
              </a:ext>
            </a:extLst>
          </p:cNvPr>
          <p:cNvCxnSpPr>
            <a:cxnSpLocks/>
            <a:stCxn id="186" idx="4"/>
            <a:endCxn id="219" idx="0"/>
          </p:cNvCxnSpPr>
          <p:nvPr/>
        </p:nvCxnSpPr>
        <p:spPr>
          <a:xfrm>
            <a:off x="929047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2967CE7F-A77D-5B45-B7CC-40EAD4F04755}"/>
              </a:ext>
            </a:extLst>
          </p:cNvPr>
          <p:cNvCxnSpPr>
            <a:cxnSpLocks/>
            <a:stCxn id="186" idx="4"/>
            <a:endCxn id="218" idx="0"/>
          </p:cNvCxnSpPr>
          <p:nvPr/>
        </p:nvCxnSpPr>
        <p:spPr>
          <a:xfrm>
            <a:off x="929047" y="4521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4B5C9C78-F33D-DA43-B247-3EF8E3DF19C0}"/>
              </a:ext>
            </a:extLst>
          </p:cNvPr>
          <p:cNvCxnSpPr>
            <a:cxnSpLocks/>
            <a:stCxn id="180" idx="4"/>
            <a:endCxn id="213" idx="0"/>
          </p:cNvCxnSpPr>
          <p:nvPr/>
        </p:nvCxnSpPr>
        <p:spPr>
          <a:xfrm>
            <a:off x="2329941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7086190B-B593-804A-868B-B6B5346C0FA5}"/>
              </a:ext>
            </a:extLst>
          </p:cNvPr>
          <p:cNvCxnSpPr>
            <a:cxnSpLocks/>
            <a:stCxn id="180" idx="4"/>
            <a:endCxn id="216" idx="0"/>
          </p:cNvCxnSpPr>
          <p:nvPr/>
        </p:nvCxnSpPr>
        <p:spPr>
          <a:xfrm>
            <a:off x="2329941" y="4521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00723871-70A8-BD45-A1B0-BE44A9639CBD}"/>
              </a:ext>
            </a:extLst>
          </p:cNvPr>
          <p:cNvCxnSpPr>
            <a:cxnSpLocks/>
            <a:stCxn id="182" idx="4"/>
            <a:endCxn id="217" idx="0"/>
          </p:cNvCxnSpPr>
          <p:nvPr/>
        </p:nvCxnSpPr>
        <p:spPr>
          <a:xfrm flipH="1">
            <a:off x="3730835" y="4521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A75F229D-11DC-3947-A047-5F89F2C8525D}"/>
              </a:ext>
            </a:extLst>
          </p:cNvPr>
          <p:cNvCxnSpPr>
            <a:cxnSpLocks/>
            <a:stCxn id="182" idx="4"/>
            <a:endCxn id="214" idx="0"/>
          </p:cNvCxnSpPr>
          <p:nvPr/>
        </p:nvCxnSpPr>
        <p:spPr>
          <a:xfrm flipH="1">
            <a:off x="4431282" y="4521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AE66F815-3E99-074B-A02B-244DC4856FF8}"/>
              </a:ext>
            </a:extLst>
          </p:cNvPr>
          <p:cNvCxnSpPr>
            <a:cxnSpLocks/>
            <a:stCxn id="182" idx="4"/>
            <a:endCxn id="215" idx="0"/>
          </p:cNvCxnSpPr>
          <p:nvPr/>
        </p:nvCxnSpPr>
        <p:spPr>
          <a:xfrm>
            <a:off x="5131729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EF3D0FB0-F58B-F949-98DE-52F31F1F1EB9}"/>
              </a:ext>
            </a:extLst>
          </p:cNvPr>
          <p:cNvCxnSpPr>
            <a:cxnSpLocks/>
            <a:stCxn id="178" idx="4"/>
            <a:endCxn id="211" idx="0"/>
          </p:cNvCxnSpPr>
          <p:nvPr/>
        </p:nvCxnSpPr>
        <p:spPr>
          <a:xfrm>
            <a:off x="5832176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9256BA2C-9297-D74A-AD5F-C70ABC4D7DCD}"/>
              </a:ext>
            </a:extLst>
          </p:cNvPr>
          <p:cNvCxnSpPr>
            <a:cxnSpLocks/>
            <a:stCxn id="179" idx="4"/>
            <a:endCxn id="212" idx="0"/>
          </p:cNvCxnSpPr>
          <p:nvPr/>
        </p:nvCxnSpPr>
        <p:spPr>
          <a:xfrm>
            <a:off x="6532622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Oval 240">
            <a:extLst>
              <a:ext uri="{FF2B5EF4-FFF2-40B4-BE49-F238E27FC236}">
                <a16:creationId xmlns:a16="http://schemas.microsoft.com/office/drawing/2014/main" id="{A7575A16-9BDB-4547-A311-D5CF1D4F0985}"/>
              </a:ext>
            </a:extLst>
          </p:cNvPr>
          <p:cNvSpPr/>
          <p:nvPr/>
        </p:nvSpPr>
        <p:spPr>
          <a:xfrm>
            <a:off x="5603576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F7CF70A8-893E-5944-BAF2-EC5E2521157B}"/>
              </a:ext>
            </a:extLst>
          </p:cNvPr>
          <p:cNvSpPr/>
          <p:nvPr/>
        </p:nvSpPr>
        <p:spPr>
          <a:xfrm>
            <a:off x="6304022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E580643C-6006-9344-8816-42542B89649B}"/>
              </a:ext>
            </a:extLst>
          </p:cNvPr>
          <p:cNvSpPr/>
          <p:nvPr/>
        </p:nvSpPr>
        <p:spPr>
          <a:xfrm>
            <a:off x="2101341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813B0FF4-7DFA-424D-BCC1-67922A795738}"/>
              </a:ext>
            </a:extLst>
          </p:cNvPr>
          <p:cNvSpPr/>
          <p:nvPr/>
        </p:nvSpPr>
        <p:spPr>
          <a:xfrm>
            <a:off x="4202682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447FB8AF-E85A-0D48-92BD-3B33E41DEEEE}"/>
              </a:ext>
            </a:extLst>
          </p:cNvPr>
          <p:cNvSpPr/>
          <p:nvPr/>
        </p:nvSpPr>
        <p:spPr>
          <a:xfrm>
            <a:off x="4903129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2139678C-8FF0-5246-83A8-D72E55F8C149}"/>
              </a:ext>
            </a:extLst>
          </p:cNvPr>
          <p:cNvSpPr/>
          <p:nvPr/>
        </p:nvSpPr>
        <p:spPr>
          <a:xfrm>
            <a:off x="2801788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2C72BAAC-8421-3E4B-935D-866E9B0336CF}"/>
              </a:ext>
            </a:extLst>
          </p:cNvPr>
          <p:cNvSpPr/>
          <p:nvPr/>
        </p:nvSpPr>
        <p:spPr>
          <a:xfrm>
            <a:off x="3502235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DCD3AEEC-1CB0-E843-93F1-476522608919}"/>
              </a:ext>
            </a:extLst>
          </p:cNvPr>
          <p:cNvSpPr/>
          <p:nvPr/>
        </p:nvSpPr>
        <p:spPr>
          <a:xfrm>
            <a:off x="1400894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90E872D-7484-7447-A7E5-5E35304D594A}"/>
              </a:ext>
            </a:extLst>
          </p:cNvPr>
          <p:cNvSpPr/>
          <p:nvPr/>
        </p:nvSpPr>
        <p:spPr>
          <a:xfrm>
            <a:off x="700447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C0208024-4411-0948-B603-3F823C11D26C}"/>
              </a:ext>
            </a:extLst>
          </p:cNvPr>
          <p:cNvSpPr/>
          <p:nvPr/>
        </p:nvSpPr>
        <p:spPr>
          <a:xfrm>
            <a:off x="0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9DE624C-DB73-0846-A2ED-90EDAE8D121B}"/>
              </a:ext>
            </a:extLst>
          </p:cNvPr>
          <p:cNvCxnSpPr>
            <a:cxnSpLocks/>
            <a:stCxn id="220" idx="4"/>
            <a:endCxn id="250" idx="0"/>
          </p:cNvCxnSpPr>
          <p:nvPr/>
        </p:nvCxnSpPr>
        <p:spPr>
          <a:xfrm>
            <a:off x="228600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1A2EAB2A-AA6B-E14B-8285-1AC692415322}"/>
              </a:ext>
            </a:extLst>
          </p:cNvPr>
          <p:cNvCxnSpPr>
            <a:cxnSpLocks/>
            <a:stCxn id="220" idx="4"/>
            <a:endCxn id="249" idx="0"/>
          </p:cNvCxnSpPr>
          <p:nvPr/>
        </p:nvCxnSpPr>
        <p:spPr>
          <a:xfrm>
            <a:off x="228600" y="5334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F1C5EF90-4F1B-F846-8E04-AD0ED0673F34}"/>
              </a:ext>
            </a:extLst>
          </p:cNvPr>
          <p:cNvCxnSpPr>
            <a:cxnSpLocks/>
            <a:stCxn id="216" idx="4"/>
            <a:endCxn id="248" idx="0"/>
          </p:cNvCxnSpPr>
          <p:nvPr/>
        </p:nvCxnSpPr>
        <p:spPr>
          <a:xfrm flipH="1">
            <a:off x="1629494" y="53340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CC7C0E14-0807-BA4A-9620-3D887510E9CC}"/>
              </a:ext>
            </a:extLst>
          </p:cNvPr>
          <p:cNvCxnSpPr>
            <a:cxnSpLocks/>
            <a:stCxn id="216" idx="4"/>
            <a:endCxn id="243" idx="0"/>
          </p:cNvCxnSpPr>
          <p:nvPr/>
        </p:nvCxnSpPr>
        <p:spPr>
          <a:xfrm flipH="1">
            <a:off x="2329941" y="5334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2009F688-0ACE-5446-86BB-E74C153CD5DD}"/>
              </a:ext>
            </a:extLst>
          </p:cNvPr>
          <p:cNvCxnSpPr>
            <a:cxnSpLocks/>
            <a:stCxn id="217" idx="3"/>
            <a:endCxn id="246" idx="0"/>
          </p:cNvCxnSpPr>
          <p:nvPr/>
        </p:nvCxnSpPr>
        <p:spPr>
          <a:xfrm flipH="1">
            <a:off x="3030388" y="5267045"/>
            <a:ext cx="538802" cy="422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C5D549EB-464E-064E-9B0F-18AF85BE242F}"/>
              </a:ext>
            </a:extLst>
          </p:cNvPr>
          <p:cNvCxnSpPr>
            <a:cxnSpLocks/>
            <a:stCxn id="217" idx="4"/>
            <a:endCxn id="247" idx="0"/>
          </p:cNvCxnSpPr>
          <p:nvPr/>
        </p:nvCxnSpPr>
        <p:spPr>
          <a:xfrm>
            <a:off x="3730835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BC543044-25D0-E045-A65B-353A6A938E1C}"/>
              </a:ext>
            </a:extLst>
          </p:cNvPr>
          <p:cNvCxnSpPr>
            <a:cxnSpLocks/>
            <a:stCxn id="211" idx="4"/>
            <a:endCxn id="244" idx="0"/>
          </p:cNvCxnSpPr>
          <p:nvPr/>
        </p:nvCxnSpPr>
        <p:spPr>
          <a:xfrm flipH="1">
            <a:off x="4431282" y="53340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3762D7AD-9F61-A946-A8E7-2E673E0C420E}"/>
              </a:ext>
            </a:extLst>
          </p:cNvPr>
          <p:cNvCxnSpPr>
            <a:cxnSpLocks/>
            <a:stCxn id="211" idx="4"/>
            <a:endCxn id="245" idx="0"/>
          </p:cNvCxnSpPr>
          <p:nvPr/>
        </p:nvCxnSpPr>
        <p:spPr>
          <a:xfrm flipH="1">
            <a:off x="5131729" y="5334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95FF30E1-BE97-8B4D-BC46-DC3E08CA58D8}"/>
              </a:ext>
            </a:extLst>
          </p:cNvPr>
          <p:cNvCxnSpPr>
            <a:cxnSpLocks/>
            <a:stCxn id="211" idx="4"/>
            <a:endCxn id="241" idx="0"/>
          </p:cNvCxnSpPr>
          <p:nvPr/>
        </p:nvCxnSpPr>
        <p:spPr>
          <a:xfrm>
            <a:off x="5832176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B6E22C61-3E09-A946-A68C-D221DE3A1A0A}"/>
              </a:ext>
            </a:extLst>
          </p:cNvPr>
          <p:cNvCxnSpPr>
            <a:cxnSpLocks/>
            <a:stCxn id="212" idx="4"/>
            <a:endCxn id="242" idx="0"/>
          </p:cNvCxnSpPr>
          <p:nvPr/>
        </p:nvCxnSpPr>
        <p:spPr>
          <a:xfrm>
            <a:off x="6532622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64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D134D7-B3A7-93DF-FC0B-FD4E748D29FA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F73651-F271-12BD-1A62-98CF1A81098B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6493BA-926A-C9C7-A586-903D47EC3C1E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65593E-5DF2-AA56-D08A-A8BAC4E3151C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1CB62A-9F7D-C0F1-939C-658E6A630AF8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7A24C4-4E94-5677-6FB4-7A805ABDD864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7B7501-5884-CFFC-FDA7-BABD37AD03AC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7BC82E-B795-5411-BE29-35C81E342F29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270DC7-9073-9A65-4769-677C623140FC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1829E6-80E5-CEC6-AAB5-7900C37F0E70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24553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6ABD8D21-AAFD-0E4C-9490-1E6958C3FE1A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828A67-F801-BE46-804D-A91042BC9B1F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17942A9-B850-CA4C-AC63-114ACAC057AE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3D685A-56A7-8E4D-B79E-E21F75A08855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8F8385-4059-5D4E-AF82-6C8211214891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612CFCA-61B5-5E4E-AEB4-5995944DF5E8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819914-C070-B04D-AEE8-B77E9CA29557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CAFFCE-B1E0-F44F-AED4-83E0D5EE927B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D49BF1-6648-6848-A8E1-9F37F18FB325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050EE2E-C6FC-364C-BFF1-B3C066A73B44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65A708-637F-4E90-F5AF-DEFC24DCEFBF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461991-80F4-417B-6E90-D7277E4F53D9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03EA0B-D2BD-85A0-45DE-4C77C3F57363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2F5AB0-15EE-54F1-3D3B-AD6525E8C02F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BAA182-F3BD-0B9A-7D47-4CB6EEE70D6E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6B1982-F9BE-89CA-776B-F134EA595908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06320D-3E4F-C1A1-A220-9AA9E40FF96A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7B12C3-AE37-7138-9883-4F9D2226A507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3C45B8-9F3E-F7AD-D3D3-45FC056FB57D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232D09-44F1-F2D8-644E-396A81996FE5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16766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6ABD8D21-AAFD-0E4C-9490-1E6958C3FE1A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828A67-F801-BE46-804D-A91042BC9B1F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17942A9-B850-CA4C-AC63-114ACAC057AE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3D685A-56A7-8E4D-B79E-E21F75A08855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8F8385-4059-5D4E-AF82-6C8211214891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612CFCA-61B5-5E4E-AEB4-5995944DF5E8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819914-C070-B04D-AEE8-B77E9CA29557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CAFFCE-B1E0-F44F-AED4-83E0D5EE927B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D49BF1-6648-6848-A8E1-9F37F18FB325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050EE2E-C6FC-364C-BFF1-B3C066A73B44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E064CBF-A497-8F21-B69C-4552B649690B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AC0984-20BD-490E-A052-E19BDF935C74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EC3C22-99FA-6649-A5C8-26769BDE5D6F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EBF9D4-2236-40F0-DBA8-0D6CE110FE03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F187E9-6790-F733-8F1F-00B19B5FBB72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411392-30F1-D140-5D4D-77EF752D03B2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B72858-865B-35ED-C834-2CAD28A42D9E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0F8D41-1379-2033-1266-00D58DEF096E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602CBE-0D80-8B97-640A-72EF543EF297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DD5985-426D-CBB1-2AFC-9B19B1F1D26A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4F54EE-82AD-3803-2669-3EC0E420A174}"/>
              </a:ext>
            </a:extLst>
          </p:cNvPr>
          <p:cNvCxnSpPr/>
          <p:nvPr/>
        </p:nvCxnSpPr>
        <p:spPr>
          <a:xfrm flipH="1">
            <a:off x="228600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71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6043DA7-7ACC-C449-AA7F-DC741D3B1F8C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D8C9BA-A0C5-F148-B0CF-5562BB25380B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794109-9907-B94A-82D0-A710B3151FF5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A1FDCF-D6ED-3B48-B35D-52FAAB29356E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662405-FC26-3149-9327-CB62BCDB5247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1C01B10-B769-1247-A590-AF7295C38272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D5508A-B664-F942-9185-D3F5F2533D98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2582526-556F-1346-9AB6-5F72A217FB91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0183C4F-2AE5-EE48-A2D0-E706EDB71E09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F7BDA8A-1635-7F40-BB8E-95341E773A2E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BD8D21-AAFD-0E4C-9490-1E6958C3FE1A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828A67-F801-BE46-804D-A91042BC9B1F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17942A9-B850-CA4C-AC63-114ACAC057AE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3D685A-56A7-8E4D-B79E-E21F75A08855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8F8385-4059-5D4E-AF82-6C8211214891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612CFCA-61B5-5E4E-AEB4-5995944DF5E8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819914-C070-B04D-AEE8-B77E9CA29557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CAFFCE-B1E0-F44F-AED4-83E0D5EE927B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D49BF1-6648-6848-A8E1-9F37F18FB325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050EE2E-C6FC-364C-BFF1-B3C066A73B44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F1D54D-E1CA-4C49-93A6-7CD8C494002C}"/>
              </a:ext>
            </a:extLst>
          </p:cNvPr>
          <p:cNvCxnSpPr>
            <a:cxnSpLocks/>
            <a:stCxn id="39" idx="4"/>
            <a:endCxn id="50" idx="0"/>
          </p:cNvCxnSpPr>
          <p:nvPr/>
        </p:nvCxnSpPr>
        <p:spPr>
          <a:xfrm flipH="1">
            <a:off x="228600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F579457-37FA-674F-819F-F7AAA7B015EA}"/>
              </a:ext>
            </a:extLst>
          </p:cNvPr>
          <p:cNvCxnSpPr>
            <a:cxnSpLocks/>
            <a:stCxn id="32" idx="4"/>
            <a:endCxn id="49" idx="0"/>
          </p:cNvCxnSpPr>
          <p:nvPr/>
        </p:nvCxnSpPr>
        <p:spPr>
          <a:xfrm flipH="1">
            <a:off x="929047" y="457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73673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6043DA7-7ACC-C449-AA7F-DC741D3B1F8C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D8C9BA-A0C5-F148-B0CF-5562BB25380B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794109-9907-B94A-82D0-A710B3151FF5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A1FDCF-D6ED-3B48-B35D-52FAAB29356E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662405-FC26-3149-9327-CB62BCDB5247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1C01B10-B769-1247-A590-AF7295C38272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D5508A-B664-F942-9185-D3F5F2533D98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2582526-556F-1346-9AB6-5F72A217FB91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0183C4F-2AE5-EE48-A2D0-E706EDB71E09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F7BDA8A-1635-7F40-BB8E-95341E773A2E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BD8D21-AAFD-0E4C-9490-1E6958C3FE1A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828A67-F801-BE46-804D-A91042BC9B1F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17942A9-B850-CA4C-AC63-114ACAC057AE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3D685A-56A7-8E4D-B79E-E21F75A08855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8F8385-4059-5D4E-AF82-6C8211214891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612CFCA-61B5-5E4E-AEB4-5995944DF5E8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819914-C070-B04D-AEE8-B77E9CA29557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CAFFCE-B1E0-F44F-AED4-83E0D5EE927B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D49BF1-6648-6848-A8E1-9F37F18FB325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050EE2E-C6FC-364C-BFF1-B3C066A73B44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F1D54D-E1CA-4C49-93A6-7CD8C494002C}"/>
              </a:ext>
            </a:extLst>
          </p:cNvPr>
          <p:cNvCxnSpPr>
            <a:stCxn id="39" idx="4"/>
            <a:endCxn id="50" idx="0"/>
          </p:cNvCxnSpPr>
          <p:nvPr/>
        </p:nvCxnSpPr>
        <p:spPr>
          <a:xfrm flipH="1">
            <a:off x="228600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F579457-37FA-674F-819F-F7AAA7B015EA}"/>
              </a:ext>
            </a:extLst>
          </p:cNvPr>
          <p:cNvCxnSpPr>
            <a:cxnSpLocks/>
            <a:stCxn id="32" idx="4"/>
            <a:endCxn id="49" idx="0"/>
          </p:cNvCxnSpPr>
          <p:nvPr/>
        </p:nvCxnSpPr>
        <p:spPr>
          <a:xfrm flipH="1">
            <a:off x="929047" y="457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7657BA5-5DD2-7F4B-B294-A485C19A0BDD}"/>
              </a:ext>
            </a:extLst>
          </p:cNvPr>
          <p:cNvCxnSpPr>
            <a:cxnSpLocks/>
            <a:stCxn id="32" idx="4"/>
            <a:endCxn id="48" idx="0"/>
          </p:cNvCxnSpPr>
          <p:nvPr/>
        </p:nvCxnSpPr>
        <p:spPr>
          <a:xfrm flipH="1">
            <a:off x="1629494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34045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469A55E-DCD9-DA40-B904-AD6A7B664D8F}"/>
              </a:ext>
            </a:extLst>
          </p:cNvPr>
          <p:cNvSpPr txBox="1"/>
          <p:nvPr/>
        </p:nvSpPr>
        <p:spPr>
          <a:xfrm>
            <a:off x="7004468" y="855080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=4 and p</a:t>
            </a:r>
            <a:r>
              <a:rPr lang="en-US" baseline="-25000" dirty="0"/>
              <a:t>2</a:t>
            </a:r>
            <a:r>
              <a:rPr lang="en-US" dirty="0"/>
              <a:t> = .4</a:t>
            </a:r>
            <a:endParaRPr lang="en-US" baseline="-25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71A62D-7BC0-A676-A6D1-DB9F65BFEB78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B25A77-33A8-5701-AB45-4EA361EDC887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F0318D-5FD4-F80A-F030-10E98F0971DC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9D34D1-44AC-2119-D591-AFA0E83C36D5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F7A47D-15BF-B053-D9D4-EB9BF3DB7E1A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F9DB0B-4AE6-81D0-1D63-E1698867DD56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8D048C-7CCC-AEAF-D696-7A2C54C51882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F9F53A-FF47-9738-97A3-93DC8F6F77DA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8B3A3B-ED1F-98BC-FB14-EF1F125CFBD4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8D5B281-8DFC-CCCD-D6D4-FC18CD7AB1C2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5B59F1-CBC7-4037-341D-7CB4A869B7B3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F7A4858-224E-A323-E508-467DA8FE5AC9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74FEB9-68C5-F058-D8FB-250A9A80327A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F277F8-AE3C-C9CA-647A-58C250BC1EEE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11D5E3-E004-14A6-16E2-DEAE2052CDA1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266F7D-191C-BEC2-DE5D-8E294F9584EF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6C7FABA-7CE8-9710-84B9-5D4A43FC7FAA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4024C8-7A43-034D-3FA5-7B3CDAE7A87B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B9E9C2-BE4A-8228-E88C-BF7230A294F2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D38F2A6-A21E-8AEA-E869-1E5609626D90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BF2D4D-96E0-F113-C59A-A0756C5CCAF8}"/>
              </a:ext>
            </a:extLst>
          </p:cNvPr>
          <p:cNvCxnSpPr>
            <a:stCxn id="11" idx="4"/>
            <a:endCxn id="23" idx="0"/>
          </p:cNvCxnSpPr>
          <p:nvPr/>
        </p:nvCxnSpPr>
        <p:spPr>
          <a:xfrm flipH="1">
            <a:off x="228600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ED5B08-A80B-D2B8-48A6-63764F41E7D1}"/>
              </a:ext>
            </a:extLst>
          </p:cNvPr>
          <p:cNvCxnSpPr>
            <a:cxnSpLocks/>
            <a:stCxn id="5" idx="4"/>
            <a:endCxn id="22" idx="0"/>
          </p:cNvCxnSpPr>
          <p:nvPr/>
        </p:nvCxnSpPr>
        <p:spPr>
          <a:xfrm flipH="1">
            <a:off x="929047" y="457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A88824-1475-8D30-8194-5A20FEF110C5}"/>
              </a:ext>
            </a:extLst>
          </p:cNvPr>
          <p:cNvCxnSpPr>
            <a:cxnSpLocks/>
            <a:stCxn id="5" idx="4"/>
            <a:endCxn id="21" idx="0"/>
          </p:cNvCxnSpPr>
          <p:nvPr/>
        </p:nvCxnSpPr>
        <p:spPr>
          <a:xfrm flipH="1">
            <a:off x="1629494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2CEBDA4-B9BA-2DE7-429C-E78248C412D4}"/>
              </a:ext>
            </a:extLst>
          </p:cNvPr>
          <p:cNvCxnSpPr>
            <a:cxnSpLocks/>
            <a:stCxn id="8" idx="4"/>
            <a:endCxn id="16" idx="0"/>
          </p:cNvCxnSpPr>
          <p:nvPr/>
        </p:nvCxnSpPr>
        <p:spPr>
          <a:xfrm flipH="1">
            <a:off x="2329941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D78083-F7AF-4A41-EC77-239722B27ACD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 flipH="1">
            <a:off x="3030388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9E4749-A8EC-0667-5257-A10E19386D10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>
            <a:off x="3730835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074372-3096-6EDD-CB6C-B6E2EBE488AC}"/>
              </a:ext>
            </a:extLst>
          </p:cNvPr>
          <p:cNvCxnSpPr>
            <a:cxnSpLocks/>
            <a:stCxn id="6" idx="4"/>
            <a:endCxn id="17" idx="0"/>
          </p:cNvCxnSpPr>
          <p:nvPr/>
        </p:nvCxnSpPr>
        <p:spPr>
          <a:xfrm>
            <a:off x="443128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3D6552-0242-F9AF-5079-8C5A8D0B753F}"/>
              </a:ext>
            </a:extLst>
          </p:cNvPr>
          <p:cNvCxnSpPr>
            <a:cxnSpLocks/>
            <a:stCxn id="7" idx="4"/>
            <a:endCxn id="18" idx="0"/>
          </p:cNvCxnSpPr>
          <p:nvPr/>
        </p:nvCxnSpPr>
        <p:spPr>
          <a:xfrm>
            <a:off x="5131729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6C3FF0-9681-2A07-92D8-6592BE7D0A8C}"/>
              </a:ext>
            </a:extLst>
          </p:cNvPr>
          <p:cNvCxnSpPr>
            <a:cxnSpLocks/>
            <a:stCxn id="4" idx="4"/>
            <a:endCxn id="14" idx="0"/>
          </p:cNvCxnSpPr>
          <p:nvPr/>
        </p:nvCxnSpPr>
        <p:spPr>
          <a:xfrm flipH="1">
            <a:off x="5832176" y="4572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DC9B5CD-2837-769B-1A7E-9BE50A399E54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>
            <a:off x="653262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02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469A55E-DCD9-DA40-B904-AD6A7B664D8F}"/>
              </a:ext>
            </a:extLst>
          </p:cNvPr>
          <p:cNvSpPr txBox="1"/>
          <p:nvPr/>
        </p:nvSpPr>
        <p:spPr>
          <a:xfrm>
            <a:off x="7004468" y="855080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=4 and p</a:t>
            </a:r>
            <a:r>
              <a:rPr lang="en-US" baseline="-25000" dirty="0"/>
              <a:t>2</a:t>
            </a:r>
            <a:r>
              <a:rPr lang="en-US" dirty="0"/>
              <a:t> = .4</a:t>
            </a:r>
            <a:endParaRPr lang="en-US" baseline="-250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0EFCC35-D70F-464B-8194-2D2723E80481}"/>
              </a:ext>
            </a:extLst>
          </p:cNvPr>
          <p:cNvSpPr txBox="1"/>
          <p:nvPr/>
        </p:nvSpPr>
        <p:spPr>
          <a:xfrm>
            <a:off x="7004468" y="1666226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=3 and p</a:t>
            </a:r>
            <a:r>
              <a:rPr lang="en-US" baseline="-25000" dirty="0"/>
              <a:t>3</a:t>
            </a:r>
            <a:r>
              <a:rPr lang="en-US" dirty="0"/>
              <a:t> = .3</a:t>
            </a:r>
            <a:endParaRPr lang="en-US" baseline="-25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FF76D1-3138-DDD2-E484-F786DD1349DE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A83DDE-6D2F-A026-B8FA-A02000C970E5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90E836-C6FC-4606-970D-8C51BF06437C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916AFF-E9F2-CA5A-19E4-AA17FAF4FEB4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156F76-CBD7-F074-8BA0-0800DF35273C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D23599-A4BE-7C1F-FEFA-EF9A562FA5FC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A19070-0483-10DB-2FE8-0CD20CAA3918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101CFC-700B-3B69-5436-0743E3C8FD49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55E184-CF52-42A9-5854-97D875FEFBAF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FE346E-8E1C-B8B9-CBEA-E9694DD41EB5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D62FB6-953C-A35C-6A89-4B26E76B2623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2EE97C-EF7B-3E86-8021-84E47A51F68F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681D0D-E4B2-ABE4-AB1D-2722EE4BE472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28FBC49-D852-A850-07C1-7EA33CA44C0F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10BD79-C620-B16E-728D-04FC03FE0AFA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6246FB-03D2-D1A7-04A1-EEEF978946AC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9FBBEA-1753-1907-FE1A-A18D2B08579D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C17131-D7D7-A6DF-4E02-D0DA5C572687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48660-48AA-2950-2CED-C2B649AAB357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AD8671-F5D9-E5C0-5BE5-2F02D69C9BDA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4FCCEF-E05F-C654-CA61-660BC0E5E4E5}"/>
              </a:ext>
            </a:extLst>
          </p:cNvPr>
          <p:cNvCxnSpPr>
            <a:stCxn id="11" idx="4"/>
            <a:endCxn id="23" idx="0"/>
          </p:cNvCxnSpPr>
          <p:nvPr/>
        </p:nvCxnSpPr>
        <p:spPr>
          <a:xfrm flipH="1">
            <a:off x="228600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D43825B-7A0C-D7A8-A9D5-40FE78C2A664}"/>
              </a:ext>
            </a:extLst>
          </p:cNvPr>
          <p:cNvCxnSpPr>
            <a:cxnSpLocks/>
            <a:stCxn id="5" idx="4"/>
            <a:endCxn id="22" idx="0"/>
          </p:cNvCxnSpPr>
          <p:nvPr/>
        </p:nvCxnSpPr>
        <p:spPr>
          <a:xfrm flipH="1">
            <a:off x="929047" y="457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28734C-0F98-DA55-6B58-47BE4D7DA64E}"/>
              </a:ext>
            </a:extLst>
          </p:cNvPr>
          <p:cNvCxnSpPr>
            <a:cxnSpLocks/>
            <a:stCxn id="5" idx="4"/>
            <a:endCxn id="21" idx="0"/>
          </p:cNvCxnSpPr>
          <p:nvPr/>
        </p:nvCxnSpPr>
        <p:spPr>
          <a:xfrm flipH="1">
            <a:off x="1629494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D0ABA4-B916-25D8-5DF6-A25B1A1922E8}"/>
              </a:ext>
            </a:extLst>
          </p:cNvPr>
          <p:cNvCxnSpPr>
            <a:cxnSpLocks/>
            <a:stCxn id="8" idx="4"/>
            <a:endCxn id="16" idx="0"/>
          </p:cNvCxnSpPr>
          <p:nvPr/>
        </p:nvCxnSpPr>
        <p:spPr>
          <a:xfrm flipH="1">
            <a:off x="2329941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5146ED-E995-B876-DFF4-D054083F8199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 flipH="1">
            <a:off x="3030388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131511-2374-BB64-9F4D-04D4B69CF1A3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>
            <a:off x="3730835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30CB99-2FB0-766B-8B5C-6F90D4DCFE7E}"/>
              </a:ext>
            </a:extLst>
          </p:cNvPr>
          <p:cNvCxnSpPr>
            <a:cxnSpLocks/>
            <a:stCxn id="6" idx="4"/>
            <a:endCxn id="17" idx="0"/>
          </p:cNvCxnSpPr>
          <p:nvPr/>
        </p:nvCxnSpPr>
        <p:spPr>
          <a:xfrm>
            <a:off x="443128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41BEF8-6363-9791-115C-A248DD6B0238}"/>
              </a:ext>
            </a:extLst>
          </p:cNvPr>
          <p:cNvCxnSpPr>
            <a:cxnSpLocks/>
            <a:stCxn id="7" idx="4"/>
            <a:endCxn id="18" idx="0"/>
          </p:cNvCxnSpPr>
          <p:nvPr/>
        </p:nvCxnSpPr>
        <p:spPr>
          <a:xfrm>
            <a:off x="5131729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31740A5-0DB6-724C-6558-55A7FE3D3931}"/>
              </a:ext>
            </a:extLst>
          </p:cNvPr>
          <p:cNvCxnSpPr>
            <a:cxnSpLocks/>
            <a:stCxn id="4" idx="4"/>
            <a:endCxn id="14" idx="0"/>
          </p:cNvCxnSpPr>
          <p:nvPr/>
        </p:nvCxnSpPr>
        <p:spPr>
          <a:xfrm flipH="1">
            <a:off x="5832176" y="4572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EAE6EF-EA92-D403-7506-240CCAC7D5A7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>
            <a:off x="653262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41B9033-ECD2-7CE2-658D-3B5C855D7424}"/>
              </a:ext>
            </a:extLst>
          </p:cNvPr>
          <p:cNvSpPr/>
          <p:nvPr/>
        </p:nvSpPr>
        <p:spPr>
          <a:xfrm>
            <a:off x="5603576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D6C7168-728C-37CB-DAB3-1A7A44C4E5DA}"/>
              </a:ext>
            </a:extLst>
          </p:cNvPr>
          <p:cNvSpPr/>
          <p:nvPr/>
        </p:nvSpPr>
        <p:spPr>
          <a:xfrm>
            <a:off x="6304022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AF15BB5-1527-0107-F347-72C05A3C022E}"/>
              </a:ext>
            </a:extLst>
          </p:cNvPr>
          <p:cNvSpPr/>
          <p:nvPr/>
        </p:nvSpPr>
        <p:spPr>
          <a:xfrm>
            <a:off x="2101341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45790FE-5C19-09B9-1D40-61D1D068F6B7}"/>
              </a:ext>
            </a:extLst>
          </p:cNvPr>
          <p:cNvSpPr/>
          <p:nvPr/>
        </p:nvSpPr>
        <p:spPr>
          <a:xfrm>
            <a:off x="4202682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4089105-CDBF-6493-2FF7-A70B64A81354}"/>
              </a:ext>
            </a:extLst>
          </p:cNvPr>
          <p:cNvSpPr/>
          <p:nvPr/>
        </p:nvSpPr>
        <p:spPr>
          <a:xfrm>
            <a:off x="4903129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17CBB72-4C44-C497-6115-C3E8BCAB9F91}"/>
              </a:ext>
            </a:extLst>
          </p:cNvPr>
          <p:cNvSpPr/>
          <p:nvPr/>
        </p:nvSpPr>
        <p:spPr>
          <a:xfrm>
            <a:off x="2801788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040C4A6-A648-5AE2-CAD4-1B5FF1690B9D}"/>
              </a:ext>
            </a:extLst>
          </p:cNvPr>
          <p:cNvSpPr/>
          <p:nvPr/>
        </p:nvSpPr>
        <p:spPr>
          <a:xfrm>
            <a:off x="3502235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1848AE9-1E7B-9518-33E1-F6AF57C24B69}"/>
              </a:ext>
            </a:extLst>
          </p:cNvPr>
          <p:cNvSpPr/>
          <p:nvPr/>
        </p:nvSpPr>
        <p:spPr>
          <a:xfrm>
            <a:off x="1400894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281A56A-D834-4D9C-5319-DD7F17A2F1E5}"/>
              </a:ext>
            </a:extLst>
          </p:cNvPr>
          <p:cNvSpPr/>
          <p:nvPr/>
        </p:nvSpPr>
        <p:spPr>
          <a:xfrm>
            <a:off x="700447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EE21BFA-9D2B-2EA0-D6B1-5994529D9821}"/>
              </a:ext>
            </a:extLst>
          </p:cNvPr>
          <p:cNvSpPr/>
          <p:nvPr/>
        </p:nvSpPr>
        <p:spPr>
          <a:xfrm>
            <a:off x="0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E0CB68C-9F46-237F-61FF-0CD84769BEC3}"/>
              </a:ext>
            </a:extLst>
          </p:cNvPr>
          <p:cNvCxnSpPr>
            <a:cxnSpLocks/>
            <a:stCxn id="23" idx="4"/>
            <a:endCxn id="72" idx="0"/>
          </p:cNvCxnSpPr>
          <p:nvPr/>
        </p:nvCxnSpPr>
        <p:spPr>
          <a:xfrm>
            <a:off x="228600" y="1270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6EC46EC-87D4-E7C7-4B34-6F2F138FFA8A}"/>
              </a:ext>
            </a:extLst>
          </p:cNvPr>
          <p:cNvCxnSpPr>
            <a:cxnSpLocks/>
            <a:stCxn id="21" idx="4"/>
            <a:endCxn id="71" idx="0"/>
          </p:cNvCxnSpPr>
          <p:nvPr/>
        </p:nvCxnSpPr>
        <p:spPr>
          <a:xfrm flipH="1">
            <a:off x="929047" y="1270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BCBF919-7C48-0854-8A97-E8535A4ACAFC}"/>
              </a:ext>
            </a:extLst>
          </p:cNvPr>
          <p:cNvCxnSpPr>
            <a:cxnSpLocks/>
            <a:stCxn id="21" idx="4"/>
            <a:endCxn id="70" idx="0"/>
          </p:cNvCxnSpPr>
          <p:nvPr/>
        </p:nvCxnSpPr>
        <p:spPr>
          <a:xfrm>
            <a:off x="1629494" y="1270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30540F5-01A7-2A61-A505-3C717CF7DD9C}"/>
              </a:ext>
            </a:extLst>
          </p:cNvPr>
          <p:cNvCxnSpPr>
            <a:cxnSpLocks/>
            <a:stCxn id="21" idx="4"/>
            <a:endCxn id="65" idx="0"/>
          </p:cNvCxnSpPr>
          <p:nvPr/>
        </p:nvCxnSpPr>
        <p:spPr>
          <a:xfrm>
            <a:off x="1629494" y="1270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78F48A-41CC-FBB1-BD48-F512E77AB905}"/>
              </a:ext>
            </a:extLst>
          </p:cNvPr>
          <p:cNvCxnSpPr>
            <a:cxnSpLocks/>
            <a:stCxn id="21" idx="4"/>
            <a:endCxn id="68" idx="0"/>
          </p:cNvCxnSpPr>
          <p:nvPr/>
        </p:nvCxnSpPr>
        <p:spPr>
          <a:xfrm>
            <a:off x="1629494" y="12700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B854B26-9A3E-59A3-F1DF-F83119387661}"/>
              </a:ext>
            </a:extLst>
          </p:cNvPr>
          <p:cNvCxnSpPr>
            <a:cxnSpLocks/>
            <a:stCxn id="21" idx="4"/>
            <a:endCxn id="69" idx="0"/>
          </p:cNvCxnSpPr>
          <p:nvPr/>
        </p:nvCxnSpPr>
        <p:spPr>
          <a:xfrm>
            <a:off x="1629494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1FE84E0-57B0-2EF7-B01A-FE6F9857EAA0}"/>
              </a:ext>
            </a:extLst>
          </p:cNvPr>
          <p:cNvCxnSpPr>
            <a:cxnSpLocks/>
            <a:stCxn id="21" idx="4"/>
            <a:endCxn id="66" idx="0"/>
          </p:cNvCxnSpPr>
          <p:nvPr/>
        </p:nvCxnSpPr>
        <p:spPr>
          <a:xfrm>
            <a:off x="1629494" y="1270000"/>
            <a:ext cx="2801788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F7A631-57C5-28E7-A5C4-320932F83BA4}"/>
              </a:ext>
            </a:extLst>
          </p:cNvPr>
          <p:cNvCxnSpPr>
            <a:cxnSpLocks/>
            <a:stCxn id="19" idx="4"/>
            <a:endCxn id="67" idx="0"/>
          </p:cNvCxnSpPr>
          <p:nvPr/>
        </p:nvCxnSpPr>
        <p:spPr>
          <a:xfrm>
            <a:off x="3030388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4611073-424F-357D-7BB6-23870E61ED93}"/>
              </a:ext>
            </a:extLst>
          </p:cNvPr>
          <p:cNvCxnSpPr>
            <a:cxnSpLocks/>
            <a:stCxn id="20" idx="4"/>
            <a:endCxn id="63" idx="0"/>
          </p:cNvCxnSpPr>
          <p:nvPr/>
        </p:nvCxnSpPr>
        <p:spPr>
          <a:xfrm>
            <a:off x="3730835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307B5E4-9A6C-BA10-8135-C5D84A349226}"/>
              </a:ext>
            </a:extLst>
          </p:cNvPr>
          <p:cNvCxnSpPr>
            <a:cxnSpLocks/>
            <a:stCxn id="17" idx="4"/>
            <a:endCxn id="64" idx="0"/>
          </p:cNvCxnSpPr>
          <p:nvPr/>
        </p:nvCxnSpPr>
        <p:spPr>
          <a:xfrm>
            <a:off x="4431282" y="1270000"/>
            <a:ext cx="210134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3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A99776-86C4-7A4D-8108-EC808C841F5C}"/>
              </a:ext>
            </a:extLst>
          </p:cNvPr>
          <p:cNvSpPr txBox="1"/>
          <p:nvPr/>
        </p:nvSpPr>
        <p:spPr>
          <a:xfrm>
            <a:off x="7004468" y="4393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=5 and p</a:t>
            </a:r>
            <a:r>
              <a:rPr lang="en-US" baseline="-25000" dirty="0"/>
              <a:t>1</a:t>
            </a:r>
            <a:r>
              <a:rPr lang="en-US" dirty="0"/>
              <a:t> = 5/10 = .5</a:t>
            </a:r>
            <a:endParaRPr lang="en-US" baseline="-250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469A55E-DCD9-DA40-B904-AD6A7B664D8F}"/>
              </a:ext>
            </a:extLst>
          </p:cNvPr>
          <p:cNvSpPr txBox="1"/>
          <p:nvPr/>
        </p:nvSpPr>
        <p:spPr>
          <a:xfrm>
            <a:off x="7004468" y="855080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=4 and p</a:t>
            </a:r>
            <a:r>
              <a:rPr lang="en-US" baseline="-25000" dirty="0"/>
              <a:t>2</a:t>
            </a:r>
            <a:r>
              <a:rPr lang="en-US" dirty="0"/>
              <a:t> = .4</a:t>
            </a:r>
            <a:endParaRPr lang="en-US" baseline="-250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0EFCC35-D70F-464B-8194-2D2723E80481}"/>
              </a:ext>
            </a:extLst>
          </p:cNvPr>
          <p:cNvSpPr txBox="1"/>
          <p:nvPr/>
        </p:nvSpPr>
        <p:spPr>
          <a:xfrm>
            <a:off x="7004468" y="1666226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=3 and p</a:t>
            </a:r>
            <a:r>
              <a:rPr lang="en-US" baseline="-25000" dirty="0"/>
              <a:t>3</a:t>
            </a:r>
            <a:r>
              <a:rPr lang="en-US" dirty="0"/>
              <a:t> = .3</a:t>
            </a:r>
            <a:endParaRPr lang="en-US" baseline="-250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3F259DE-7951-694A-98E7-9D4C7536BCB1}"/>
              </a:ext>
            </a:extLst>
          </p:cNvPr>
          <p:cNvSpPr txBox="1"/>
          <p:nvPr/>
        </p:nvSpPr>
        <p:spPr>
          <a:xfrm>
            <a:off x="7004468" y="2477372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4</a:t>
            </a:r>
            <a:r>
              <a:rPr lang="en-US" dirty="0"/>
              <a:t>=3 and p</a:t>
            </a:r>
            <a:r>
              <a:rPr lang="en-US" baseline="-25000" dirty="0"/>
              <a:t>4</a:t>
            </a:r>
            <a:r>
              <a:rPr lang="en-US" dirty="0"/>
              <a:t> = .3</a:t>
            </a:r>
            <a:endParaRPr lang="en-US" baseline="-250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AF3DF9E-F07F-4A4F-8180-DC0113CF3630}"/>
              </a:ext>
            </a:extLst>
          </p:cNvPr>
          <p:cNvSpPr txBox="1"/>
          <p:nvPr/>
        </p:nvSpPr>
        <p:spPr>
          <a:xfrm>
            <a:off x="7004468" y="3288518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5</a:t>
            </a:r>
            <a:r>
              <a:rPr lang="en-US" dirty="0"/>
              <a:t>=3 and p</a:t>
            </a:r>
            <a:r>
              <a:rPr lang="en-US" baseline="-25000" dirty="0"/>
              <a:t>5</a:t>
            </a:r>
            <a:r>
              <a:rPr lang="en-US" dirty="0"/>
              <a:t> = .3</a:t>
            </a:r>
            <a:endParaRPr lang="en-US" baseline="-250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6EC35BD-64A1-6042-A747-0DE63DAB1549}"/>
              </a:ext>
            </a:extLst>
          </p:cNvPr>
          <p:cNvSpPr txBox="1"/>
          <p:nvPr/>
        </p:nvSpPr>
        <p:spPr>
          <a:xfrm>
            <a:off x="7004468" y="4099664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6</a:t>
            </a:r>
            <a:r>
              <a:rPr lang="en-US" dirty="0"/>
              <a:t>=5 and p</a:t>
            </a:r>
            <a:r>
              <a:rPr lang="en-US" baseline="-25000" dirty="0"/>
              <a:t>6</a:t>
            </a:r>
            <a:r>
              <a:rPr lang="en-US" dirty="0"/>
              <a:t> = .5</a:t>
            </a:r>
            <a:endParaRPr lang="en-US" baseline="-250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AF15DD9-6267-1642-B2E3-5139BC0DE380}"/>
              </a:ext>
            </a:extLst>
          </p:cNvPr>
          <p:cNvSpPr txBox="1"/>
          <p:nvPr/>
        </p:nvSpPr>
        <p:spPr>
          <a:xfrm>
            <a:off x="7004468" y="4910810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7</a:t>
            </a:r>
            <a:r>
              <a:rPr lang="en-US" dirty="0"/>
              <a:t>=4 and p</a:t>
            </a:r>
            <a:r>
              <a:rPr lang="en-US" baseline="-25000" dirty="0"/>
              <a:t>7</a:t>
            </a:r>
            <a:r>
              <a:rPr lang="en-US" dirty="0"/>
              <a:t> = .4</a:t>
            </a:r>
            <a:endParaRPr lang="en-US" baseline="-250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ED293C9-CF99-0148-95B8-DEB875DFDDCA}"/>
              </a:ext>
            </a:extLst>
          </p:cNvPr>
          <p:cNvSpPr txBox="1"/>
          <p:nvPr/>
        </p:nvSpPr>
        <p:spPr>
          <a:xfrm>
            <a:off x="6981318" y="5721959"/>
            <a:ext cx="249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8</a:t>
            </a:r>
            <a:r>
              <a:rPr lang="en-US" dirty="0"/>
              <a:t>=5 and p</a:t>
            </a:r>
            <a:r>
              <a:rPr lang="en-US" baseline="-25000" dirty="0"/>
              <a:t>8</a:t>
            </a:r>
            <a:r>
              <a:rPr lang="en-US" dirty="0"/>
              <a:t> = .5</a:t>
            </a:r>
            <a:endParaRPr lang="en-US" baseline="-25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D7B0439-8397-18B9-1A9B-6DEF3BC95B78}"/>
              </a:ext>
            </a:extLst>
          </p:cNvPr>
          <p:cNvSpPr/>
          <p:nvPr/>
        </p:nvSpPr>
        <p:spPr>
          <a:xfrm>
            <a:off x="5603576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933CC7-BB1D-A545-416C-BEB64B2515CF}"/>
              </a:ext>
            </a:extLst>
          </p:cNvPr>
          <p:cNvSpPr/>
          <p:nvPr/>
        </p:nvSpPr>
        <p:spPr>
          <a:xfrm>
            <a:off x="630402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6F76DC-8A5A-19A7-36ED-D88D7DA9B7E7}"/>
              </a:ext>
            </a:extLst>
          </p:cNvPr>
          <p:cNvSpPr/>
          <p:nvPr/>
        </p:nvSpPr>
        <p:spPr>
          <a:xfrm>
            <a:off x="2101341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7EF3E1-A29C-14C6-CD86-98A98E01C9E2}"/>
              </a:ext>
            </a:extLst>
          </p:cNvPr>
          <p:cNvSpPr/>
          <p:nvPr/>
        </p:nvSpPr>
        <p:spPr>
          <a:xfrm>
            <a:off x="4202682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797F0F-4E84-E04B-E620-187CFF11D0B3}"/>
              </a:ext>
            </a:extLst>
          </p:cNvPr>
          <p:cNvSpPr/>
          <p:nvPr/>
        </p:nvSpPr>
        <p:spPr>
          <a:xfrm>
            <a:off x="4903129" y="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878479-723A-FBFE-051C-06B6D6030EE6}"/>
              </a:ext>
            </a:extLst>
          </p:cNvPr>
          <p:cNvSpPr/>
          <p:nvPr/>
        </p:nvSpPr>
        <p:spPr>
          <a:xfrm>
            <a:off x="2801788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68E856-F784-DA95-B99B-4DAC8ACA44D1}"/>
              </a:ext>
            </a:extLst>
          </p:cNvPr>
          <p:cNvSpPr/>
          <p:nvPr/>
        </p:nvSpPr>
        <p:spPr>
          <a:xfrm>
            <a:off x="3502235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5610DC-B0E7-C42C-B554-8B1BCF4F6D0F}"/>
              </a:ext>
            </a:extLst>
          </p:cNvPr>
          <p:cNvSpPr/>
          <p:nvPr/>
        </p:nvSpPr>
        <p:spPr>
          <a:xfrm>
            <a:off x="1400894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A1D68A-C932-B8FB-B629-BB0ED6759BDE}"/>
              </a:ext>
            </a:extLst>
          </p:cNvPr>
          <p:cNvSpPr/>
          <p:nvPr/>
        </p:nvSpPr>
        <p:spPr>
          <a:xfrm>
            <a:off x="700447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9E831B-7520-F9DF-1F25-738AFB367CC4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BB35D9-0D00-F89A-412C-3D8FC8881666}"/>
              </a:ext>
            </a:extLst>
          </p:cNvPr>
          <p:cNvSpPr/>
          <p:nvPr/>
        </p:nvSpPr>
        <p:spPr>
          <a:xfrm>
            <a:off x="5603576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656EDB-AB83-BD34-8FBE-B747BB471D40}"/>
              </a:ext>
            </a:extLst>
          </p:cNvPr>
          <p:cNvSpPr/>
          <p:nvPr/>
        </p:nvSpPr>
        <p:spPr>
          <a:xfrm>
            <a:off x="630402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B6E78D-0B67-2961-27C7-72A93E72A50F}"/>
              </a:ext>
            </a:extLst>
          </p:cNvPr>
          <p:cNvSpPr/>
          <p:nvPr/>
        </p:nvSpPr>
        <p:spPr>
          <a:xfrm>
            <a:off x="2101341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617461-919B-B2A2-794D-1549DCFCF2BF}"/>
              </a:ext>
            </a:extLst>
          </p:cNvPr>
          <p:cNvSpPr/>
          <p:nvPr/>
        </p:nvSpPr>
        <p:spPr>
          <a:xfrm>
            <a:off x="4202682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AA4D2FD-6ECA-3881-96D4-EDB8627CF6E9}"/>
              </a:ext>
            </a:extLst>
          </p:cNvPr>
          <p:cNvSpPr/>
          <p:nvPr/>
        </p:nvSpPr>
        <p:spPr>
          <a:xfrm>
            <a:off x="4903129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13AA46-0366-0846-AE85-48C097F6BC42}"/>
              </a:ext>
            </a:extLst>
          </p:cNvPr>
          <p:cNvSpPr/>
          <p:nvPr/>
        </p:nvSpPr>
        <p:spPr>
          <a:xfrm>
            <a:off x="2801788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520993-F456-B4C4-19B1-F53494FB67C4}"/>
              </a:ext>
            </a:extLst>
          </p:cNvPr>
          <p:cNvSpPr/>
          <p:nvPr/>
        </p:nvSpPr>
        <p:spPr>
          <a:xfrm>
            <a:off x="3502235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C47458E-49AA-BA74-7ACF-8D126D6D08AA}"/>
              </a:ext>
            </a:extLst>
          </p:cNvPr>
          <p:cNvSpPr/>
          <p:nvPr/>
        </p:nvSpPr>
        <p:spPr>
          <a:xfrm>
            <a:off x="1400894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02A011D-30CE-DD7A-D994-9F11366719F8}"/>
              </a:ext>
            </a:extLst>
          </p:cNvPr>
          <p:cNvSpPr/>
          <p:nvPr/>
        </p:nvSpPr>
        <p:spPr>
          <a:xfrm>
            <a:off x="700447" y="812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D26D35-5C1F-647B-59EE-98133DD98DD5}"/>
              </a:ext>
            </a:extLst>
          </p:cNvPr>
          <p:cNvSpPr/>
          <p:nvPr/>
        </p:nvSpPr>
        <p:spPr>
          <a:xfrm>
            <a:off x="0" y="812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FA2AF2-1FE5-FA58-3BA1-3AC73618B28D}"/>
              </a:ext>
            </a:extLst>
          </p:cNvPr>
          <p:cNvCxnSpPr>
            <a:stCxn id="11" idx="4"/>
            <a:endCxn id="23" idx="0"/>
          </p:cNvCxnSpPr>
          <p:nvPr/>
        </p:nvCxnSpPr>
        <p:spPr>
          <a:xfrm flipH="1">
            <a:off x="228600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260213-60CB-DA65-C30F-20B60FFDA4A0}"/>
              </a:ext>
            </a:extLst>
          </p:cNvPr>
          <p:cNvCxnSpPr>
            <a:cxnSpLocks/>
            <a:stCxn id="5" idx="4"/>
            <a:endCxn id="22" idx="0"/>
          </p:cNvCxnSpPr>
          <p:nvPr/>
        </p:nvCxnSpPr>
        <p:spPr>
          <a:xfrm flipH="1">
            <a:off x="929047" y="457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C7065E-7564-E473-882E-A5C60D4D1446}"/>
              </a:ext>
            </a:extLst>
          </p:cNvPr>
          <p:cNvCxnSpPr>
            <a:cxnSpLocks/>
            <a:stCxn id="5" idx="4"/>
            <a:endCxn id="21" idx="0"/>
          </p:cNvCxnSpPr>
          <p:nvPr/>
        </p:nvCxnSpPr>
        <p:spPr>
          <a:xfrm flipH="1">
            <a:off x="1629494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365E08-BF2A-F5A9-AA3B-A03D1BF20C97}"/>
              </a:ext>
            </a:extLst>
          </p:cNvPr>
          <p:cNvCxnSpPr>
            <a:cxnSpLocks/>
            <a:stCxn id="8" idx="4"/>
            <a:endCxn id="16" idx="0"/>
          </p:cNvCxnSpPr>
          <p:nvPr/>
        </p:nvCxnSpPr>
        <p:spPr>
          <a:xfrm flipH="1">
            <a:off x="2329941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3FABA4-09FB-CE3A-C28F-B9EC1F06E207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 flipH="1">
            <a:off x="3030388" y="457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4D1A95-5144-12CA-E01A-CED5901DAAE2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>
            <a:off x="3730835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187FA7-4A95-C83E-B287-AC69AB90AC6F}"/>
              </a:ext>
            </a:extLst>
          </p:cNvPr>
          <p:cNvCxnSpPr>
            <a:cxnSpLocks/>
            <a:stCxn id="6" idx="4"/>
            <a:endCxn id="17" idx="0"/>
          </p:cNvCxnSpPr>
          <p:nvPr/>
        </p:nvCxnSpPr>
        <p:spPr>
          <a:xfrm>
            <a:off x="443128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70DF66-1C02-4AC1-52D0-B32002FCF35C}"/>
              </a:ext>
            </a:extLst>
          </p:cNvPr>
          <p:cNvCxnSpPr>
            <a:cxnSpLocks/>
            <a:stCxn id="7" idx="4"/>
            <a:endCxn id="18" idx="0"/>
          </p:cNvCxnSpPr>
          <p:nvPr/>
        </p:nvCxnSpPr>
        <p:spPr>
          <a:xfrm>
            <a:off x="5131729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88E8D10-AA53-9AC1-C893-60498C7D3433}"/>
              </a:ext>
            </a:extLst>
          </p:cNvPr>
          <p:cNvCxnSpPr>
            <a:cxnSpLocks/>
            <a:stCxn id="4" idx="4"/>
            <a:endCxn id="14" idx="0"/>
          </p:cNvCxnSpPr>
          <p:nvPr/>
        </p:nvCxnSpPr>
        <p:spPr>
          <a:xfrm flipH="1">
            <a:off x="5832176" y="4572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A016503-AD52-F454-F055-C6650F45DC1B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>
            <a:off x="6532622" y="457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1FFDB802-1C35-2551-0F70-CA73F45CDF55}"/>
              </a:ext>
            </a:extLst>
          </p:cNvPr>
          <p:cNvSpPr/>
          <p:nvPr/>
        </p:nvSpPr>
        <p:spPr>
          <a:xfrm>
            <a:off x="5603576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A14F1A2-D5B8-7C0B-C669-DB10E0FE87B6}"/>
              </a:ext>
            </a:extLst>
          </p:cNvPr>
          <p:cNvSpPr/>
          <p:nvPr/>
        </p:nvSpPr>
        <p:spPr>
          <a:xfrm>
            <a:off x="6304022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E1D8B47-7349-FB2A-E2A7-2F95CE9E1A20}"/>
              </a:ext>
            </a:extLst>
          </p:cNvPr>
          <p:cNvSpPr/>
          <p:nvPr/>
        </p:nvSpPr>
        <p:spPr>
          <a:xfrm>
            <a:off x="2101341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5F6874D-E3F5-34BF-4848-FD990E8DF77D}"/>
              </a:ext>
            </a:extLst>
          </p:cNvPr>
          <p:cNvSpPr/>
          <p:nvPr/>
        </p:nvSpPr>
        <p:spPr>
          <a:xfrm>
            <a:off x="4202682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01DD2C0-79CB-CC66-D6E2-72D532402E69}"/>
              </a:ext>
            </a:extLst>
          </p:cNvPr>
          <p:cNvSpPr/>
          <p:nvPr/>
        </p:nvSpPr>
        <p:spPr>
          <a:xfrm>
            <a:off x="4903129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6341DE4-884D-BF58-5D6A-B7A3F4F6D197}"/>
              </a:ext>
            </a:extLst>
          </p:cNvPr>
          <p:cNvSpPr/>
          <p:nvPr/>
        </p:nvSpPr>
        <p:spPr>
          <a:xfrm>
            <a:off x="2801788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5E63AC3-C1F0-CD49-52A6-D7D59973A44A}"/>
              </a:ext>
            </a:extLst>
          </p:cNvPr>
          <p:cNvSpPr/>
          <p:nvPr/>
        </p:nvSpPr>
        <p:spPr>
          <a:xfrm>
            <a:off x="3502235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72AFFC8-3B76-1C90-E90A-7D3ED4CC2393}"/>
              </a:ext>
            </a:extLst>
          </p:cNvPr>
          <p:cNvSpPr/>
          <p:nvPr/>
        </p:nvSpPr>
        <p:spPr>
          <a:xfrm>
            <a:off x="1400894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04A18F8-6FE9-7320-830A-1A711F4A3795}"/>
              </a:ext>
            </a:extLst>
          </p:cNvPr>
          <p:cNvSpPr/>
          <p:nvPr/>
        </p:nvSpPr>
        <p:spPr>
          <a:xfrm>
            <a:off x="700447" y="1625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656F366-CDCE-4853-3697-ECD9522EAE5B}"/>
              </a:ext>
            </a:extLst>
          </p:cNvPr>
          <p:cNvSpPr/>
          <p:nvPr/>
        </p:nvSpPr>
        <p:spPr>
          <a:xfrm>
            <a:off x="0" y="1625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C1EC303-0082-ABFF-2678-2167573013E8}"/>
              </a:ext>
            </a:extLst>
          </p:cNvPr>
          <p:cNvCxnSpPr>
            <a:cxnSpLocks/>
            <a:stCxn id="23" idx="4"/>
            <a:endCxn id="72" idx="0"/>
          </p:cNvCxnSpPr>
          <p:nvPr/>
        </p:nvCxnSpPr>
        <p:spPr>
          <a:xfrm>
            <a:off x="228600" y="1270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307CBA3-C28A-090A-6610-78CC535C0A4E}"/>
              </a:ext>
            </a:extLst>
          </p:cNvPr>
          <p:cNvCxnSpPr>
            <a:cxnSpLocks/>
            <a:stCxn id="21" idx="4"/>
            <a:endCxn id="71" idx="0"/>
          </p:cNvCxnSpPr>
          <p:nvPr/>
        </p:nvCxnSpPr>
        <p:spPr>
          <a:xfrm flipH="1">
            <a:off x="929047" y="1270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D7B7411-413B-CBB7-78F9-99F39D259FAE}"/>
              </a:ext>
            </a:extLst>
          </p:cNvPr>
          <p:cNvCxnSpPr>
            <a:cxnSpLocks/>
            <a:stCxn id="21" idx="4"/>
            <a:endCxn id="70" idx="0"/>
          </p:cNvCxnSpPr>
          <p:nvPr/>
        </p:nvCxnSpPr>
        <p:spPr>
          <a:xfrm>
            <a:off x="1629494" y="1270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EACBF3-36D6-E377-A1E7-804066C8F701}"/>
              </a:ext>
            </a:extLst>
          </p:cNvPr>
          <p:cNvCxnSpPr>
            <a:cxnSpLocks/>
            <a:stCxn id="21" idx="4"/>
            <a:endCxn id="65" idx="0"/>
          </p:cNvCxnSpPr>
          <p:nvPr/>
        </p:nvCxnSpPr>
        <p:spPr>
          <a:xfrm>
            <a:off x="1629494" y="1270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5D994D0-AB3C-7F40-05F6-280193B4110D}"/>
              </a:ext>
            </a:extLst>
          </p:cNvPr>
          <p:cNvCxnSpPr>
            <a:cxnSpLocks/>
            <a:stCxn id="21" idx="4"/>
            <a:endCxn id="68" idx="0"/>
          </p:cNvCxnSpPr>
          <p:nvPr/>
        </p:nvCxnSpPr>
        <p:spPr>
          <a:xfrm>
            <a:off x="1629494" y="12700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15ED497-C9A2-9953-76D6-674DE7A6DCDF}"/>
              </a:ext>
            </a:extLst>
          </p:cNvPr>
          <p:cNvCxnSpPr>
            <a:cxnSpLocks/>
            <a:stCxn id="21" idx="4"/>
            <a:endCxn id="69" idx="0"/>
          </p:cNvCxnSpPr>
          <p:nvPr/>
        </p:nvCxnSpPr>
        <p:spPr>
          <a:xfrm>
            <a:off x="1629494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3A2228B-A4AC-1073-6DE5-80094D510220}"/>
              </a:ext>
            </a:extLst>
          </p:cNvPr>
          <p:cNvCxnSpPr>
            <a:cxnSpLocks/>
            <a:stCxn id="21" idx="4"/>
            <a:endCxn id="66" idx="0"/>
          </p:cNvCxnSpPr>
          <p:nvPr/>
        </p:nvCxnSpPr>
        <p:spPr>
          <a:xfrm>
            <a:off x="1629494" y="1270000"/>
            <a:ext cx="2801788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7E91BF6-087E-3EFA-86A6-6A001D39984A}"/>
              </a:ext>
            </a:extLst>
          </p:cNvPr>
          <p:cNvCxnSpPr>
            <a:cxnSpLocks/>
            <a:stCxn id="19" idx="4"/>
            <a:endCxn id="67" idx="0"/>
          </p:cNvCxnSpPr>
          <p:nvPr/>
        </p:nvCxnSpPr>
        <p:spPr>
          <a:xfrm>
            <a:off x="3030388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F4A09A7-151A-1081-3A05-112A2C9E8420}"/>
              </a:ext>
            </a:extLst>
          </p:cNvPr>
          <p:cNvCxnSpPr>
            <a:cxnSpLocks/>
            <a:stCxn id="20" idx="4"/>
            <a:endCxn id="63" idx="0"/>
          </p:cNvCxnSpPr>
          <p:nvPr/>
        </p:nvCxnSpPr>
        <p:spPr>
          <a:xfrm>
            <a:off x="3730835" y="1270000"/>
            <a:ext cx="2101341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46CEA66-1BC9-F6B5-5122-4CD81451EC8E}"/>
              </a:ext>
            </a:extLst>
          </p:cNvPr>
          <p:cNvCxnSpPr>
            <a:cxnSpLocks/>
            <a:stCxn id="17" idx="4"/>
            <a:endCxn id="64" idx="0"/>
          </p:cNvCxnSpPr>
          <p:nvPr/>
        </p:nvCxnSpPr>
        <p:spPr>
          <a:xfrm>
            <a:off x="4431282" y="1270000"/>
            <a:ext cx="210134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76716E76-0DBB-2E16-10A2-B5145AC2DCDE}"/>
              </a:ext>
            </a:extLst>
          </p:cNvPr>
          <p:cNvSpPr/>
          <p:nvPr/>
        </p:nvSpPr>
        <p:spPr>
          <a:xfrm>
            <a:off x="5603576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289E5B1-B0E9-1620-2DDA-8FAAB8719361}"/>
              </a:ext>
            </a:extLst>
          </p:cNvPr>
          <p:cNvSpPr/>
          <p:nvPr/>
        </p:nvSpPr>
        <p:spPr>
          <a:xfrm>
            <a:off x="6304022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649C125-FBD4-664B-E328-AF9BCF1700E3}"/>
              </a:ext>
            </a:extLst>
          </p:cNvPr>
          <p:cNvSpPr/>
          <p:nvPr/>
        </p:nvSpPr>
        <p:spPr>
          <a:xfrm>
            <a:off x="2101341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F66411D-EFCE-D65B-BCF1-3FD5145CC870}"/>
              </a:ext>
            </a:extLst>
          </p:cNvPr>
          <p:cNvSpPr/>
          <p:nvPr/>
        </p:nvSpPr>
        <p:spPr>
          <a:xfrm>
            <a:off x="4202682" y="24384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82953A0-FB4F-ECBB-C78C-CB43459DFD86}"/>
              </a:ext>
            </a:extLst>
          </p:cNvPr>
          <p:cNvSpPr/>
          <p:nvPr/>
        </p:nvSpPr>
        <p:spPr>
          <a:xfrm>
            <a:off x="4903129" y="24384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D07D683-14C4-7E8D-5799-5500471DBC27}"/>
              </a:ext>
            </a:extLst>
          </p:cNvPr>
          <p:cNvSpPr/>
          <p:nvPr/>
        </p:nvSpPr>
        <p:spPr>
          <a:xfrm>
            <a:off x="2801788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4C8D211-AF94-FF57-9228-FA866F0EE6FC}"/>
              </a:ext>
            </a:extLst>
          </p:cNvPr>
          <p:cNvSpPr/>
          <p:nvPr/>
        </p:nvSpPr>
        <p:spPr>
          <a:xfrm>
            <a:off x="3502235" y="24384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41DD208-1720-8DD2-73B4-CBD7D8E8648D}"/>
              </a:ext>
            </a:extLst>
          </p:cNvPr>
          <p:cNvSpPr/>
          <p:nvPr/>
        </p:nvSpPr>
        <p:spPr>
          <a:xfrm>
            <a:off x="1400894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625246B-8C24-0367-0B3D-2968C60F382B}"/>
              </a:ext>
            </a:extLst>
          </p:cNvPr>
          <p:cNvSpPr/>
          <p:nvPr/>
        </p:nvSpPr>
        <p:spPr>
          <a:xfrm>
            <a:off x="700447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F45DEB7-AC88-4860-80C1-4F635E17FF65}"/>
              </a:ext>
            </a:extLst>
          </p:cNvPr>
          <p:cNvSpPr/>
          <p:nvPr/>
        </p:nvSpPr>
        <p:spPr>
          <a:xfrm>
            <a:off x="0" y="24384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DCA235B-751C-2A03-0574-D27C958376BC}"/>
              </a:ext>
            </a:extLst>
          </p:cNvPr>
          <p:cNvCxnSpPr>
            <a:cxnSpLocks/>
            <a:stCxn id="70" idx="4"/>
            <a:endCxn id="112" idx="0"/>
          </p:cNvCxnSpPr>
          <p:nvPr/>
        </p:nvCxnSpPr>
        <p:spPr>
          <a:xfrm flipH="1">
            <a:off x="228600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B1366E2-29AD-E3EE-22F8-B2403BD6BF1C}"/>
              </a:ext>
            </a:extLst>
          </p:cNvPr>
          <p:cNvCxnSpPr>
            <a:cxnSpLocks/>
            <a:stCxn id="65" idx="4"/>
            <a:endCxn id="111" idx="0"/>
          </p:cNvCxnSpPr>
          <p:nvPr/>
        </p:nvCxnSpPr>
        <p:spPr>
          <a:xfrm flipH="1">
            <a:off x="929047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A86A7CB-090D-0BDB-7832-9FA4B2B66C07}"/>
              </a:ext>
            </a:extLst>
          </p:cNvPr>
          <p:cNvCxnSpPr>
            <a:cxnSpLocks/>
            <a:stCxn id="68" idx="4"/>
            <a:endCxn id="110" idx="0"/>
          </p:cNvCxnSpPr>
          <p:nvPr/>
        </p:nvCxnSpPr>
        <p:spPr>
          <a:xfrm flipH="1">
            <a:off x="1629494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D9FD38E-4F89-2C58-CDDC-BE8BE714A9ED}"/>
              </a:ext>
            </a:extLst>
          </p:cNvPr>
          <p:cNvCxnSpPr>
            <a:cxnSpLocks/>
            <a:stCxn id="69" idx="4"/>
            <a:endCxn id="105" idx="0"/>
          </p:cNvCxnSpPr>
          <p:nvPr/>
        </p:nvCxnSpPr>
        <p:spPr>
          <a:xfrm flipH="1">
            <a:off x="2329941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C01112B-1070-E79D-93EE-241A711555EC}"/>
              </a:ext>
            </a:extLst>
          </p:cNvPr>
          <p:cNvCxnSpPr>
            <a:cxnSpLocks/>
            <a:stCxn id="66" idx="4"/>
            <a:endCxn id="108" idx="0"/>
          </p:cNvCxnSpPr>
          <p:nvPr/>
        </p:nvCxnSpPr>
        <p:spPr>
          <a:xfrm flipH="1">
            <a:off x="3030388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4B12F85-D95D-15AB-31F8-C1109A1DE348}"/>
              </a:ext>
            </a:extLst>
          </p:cNvPr>
          <p:cNvCxnSpPr>
            <a:cxnSpLocks/>
            <a:stCxn id="67" idx="4"/>
            <a:endCxn id="109" idx="0"/>
          </p:cNvCxnSpPr>
          <p:nvPr/>
        </p:nvCxnSpPr>
        <p:spPr>
          <a:xfrm flipH="1">
            <a:off x="3730835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99189CC-666A-16E5-5EA1-182BCE9C2BF1}"/>
              </a:ext>
            </a:extLst>
          </p:cNvPr>
          <p:cNvCxnSpPr>
            <a:cxnSpLocks/>
            <a:stCxn id="63" idx="4"/>
            <a:endCxn id="106" idx="0"/>
          </p:cNvCxnSpPr>
          <p:nvPr/>
        </p:nvCxnSpPr>
        <p:spPr>
          <a:xfrm flipH="1">
            <a:off x="4431282" y="20828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A747A19-CF58-DCA8-DF33-15C4CB4B2FAE}"/>
              </a:ext>
            </a:extLst>
          </p:cNvPr>
          <p:cNvCxnSpPr>
            <a:cxnSpLocks/>
            <a:stCxn id="63" idx="4"/>
            <a:endCxn id="107" idx="0"/>
          </p:cNvCxnSpPr>
          <p:nvPr/>
        </p:nvCxnSpPr>
        <p:spPr>
          <a:xfrm flipH="1">
            <a:off x="5131729" y="20828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97BB8EC-FAE6-BDB1-4814-5D3BB3E5DCDE}"/>
              </a:ext>
            </a:extLst>
          </p:cNvPr>
          <p:cNvCxnSpPr>
            <a:cxnSpLocks/>
            <a:stCxn id="64" idx="4"/>
            <a:endCxn id="83" idx="0"/>
          </p:cNvCxnSpPr>
          <p:nvPr/>
        </p:nvCxnSpPr>
        <p:spPr>
          <a:xfrm flipH="1">
            <a:off x="5832176" y="20828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82F455F-5FB7-507A-3C76-3D6AF93119CF}"/>
              </a:ext>
            </a:extLst>
          </p:cNvPr>
          <p:cNvCxnSpPr>
            <a:cxnSpLocks/>
            <a:stCxn id="64" idx="4"/>
            <a:endCxn id="84" idx="0"/>
          </p:cNvCxnSpPr>
          <p:nvPr/>
        </p:nvCxnSpPr>
        <p:spPr>
          <a:xfrm>
            <a:off x="6532622" y="20828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06611F2B-7117-9670-C421-9E5DF75EB1B4}"/>
              </a:ext>
            </a:extLst>
          </p:cNvPr>
          <p:cNvSpPr/>
          <p:nvPr/>
        </p:nvSpPr>
        <p:spPr>
          <a:xfrm>
            <a:off x="5603576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F1E89D6-1EA6-CC42-CB13-65E04274880D}"/>
              </a:ext>
            </a:extLst>
          </p:cNvPr>
          <p:cNvSpPr/>
          <p:nvPr/>
        </p:nvSpPr>
        <p:spPr>
          <a:xfrm>
            <a:off x="6304022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E1F3AB5D-1A55-2771-62CA-5B80D34B0386}"/>
              </a:ext>
            </a:extLst>
          </p:cNvPr>
          <p:cNvSpPr/>
          <p:nvPr/>
        </p:nvSpPr>
        <p:spPr>
          <a:xfrm>
            <a:off x="2101341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4AE97C21-84A8-0A8C-BC7D-B61107BD08F0}"/>
              </a:ext>
            </a:extLst>
          </p:cNvPr>
          <p:cNvSpPr/>
          <p:nvPr/>
        </p:nvSpPr>
        <p:spPr>
          <a:xfrm>
            <a:off x="4202682" y="32512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1DE0D9F1-B38B-2117-DF87-1338312CBC65}"/>
              </a:ext>
            </a:extLst>
          </p:cNvPr>
          <p:cNvSpPr/>
          <p:nvPr/>
        </p:nvSpPr>
        <p:spPr>
          <a:xfrm>
            <a:off x="4903129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F54C4CB-8C15-5D2E-8211-8941D5B44D69}"/>
              </a:ext>
            </a:extLst>
          </p:cNvPr>
          <p:cNvSpPr/>
          <p:nvPr/>
        </p:nvSpPr>
        <p:spPr>
          <a:xfrm>
            <a:off x="2801788" y="32512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10A720B5-B4E0-FFC6-AA89-685EA80EB699}"/>
              </a:ext>
            </a:extLst>
          </p:cNvPr>
          <p:cNvSpPr/>
          <p:nvPr/>
        </p:nvSpPr>
        <p:spPr>
          <a:xfrm>
            <a:off x="3502235" y="32512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9D09F358-A1BF-F296-7A26-F7074CB692CF}"/>
              </a:ext>
            </a:extLst>
          </p:cNvPr>
          <p:cNvSpPr/>
          <p:nvPr/>
        </p:nvSpPr>
        <p:spPr>
          <a:xfrm>
            <a:off x="1400894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8F2D1E00-59EE-4CE9-8A63-F65B22F6BBE3}"/>
              </a:ext>
            </a:extLst>
          </p:cNvPr>
          <p:cNvSpPr/>
          <p:nvPr/>
        </p:nvSpPr>
        <p:spPr>
          <a:xfrm>
            <a:off x="700447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489FD258-118D-A89E-8069-2DEE126B4B48}"/>
              </a:ext>
            </a:extLst>
          </p:cNvPr>
          <p:cNvSpPr/>
          <p:nvPr/>
        </p:nvSpPr>
        <p:spPr>
          <a:xfrm>
            <a:off x="0" y="32512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C076C719-BC0D-75D1-2375-D2EEE269535D}"/>
              </a:ext>
            </a:extLst>
          </p:cNvPr>
          <p:cNvCxnSpPr>
            <a:cxnSpLocks/>
            <a:stCxn id="111" idx="4"/>
            <a:endCxn id="199" idx="0"/>
          </p:cNvCxnSpPr>
          <p:nvPr/>
        </p:nvCxnSpPr>
        <p:spPr>
          <a:xfrm flipH="1">
            <a:off x="228600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7BB0982-10AE-2758-E7E5-4E73989443E0}"/>
              </a:ext>
            </a:extLst>
          </p:cNvPr>
          <p:cNvCxnSpPr>
            <a:cxnSpLocks/>
            <a:stCxn id="110" idx="4"/>
            <a:endCxn id="198" idx="0"/>
          </p:cNvCxnSpPr>
          <p:nvPr/>
        </p:nvCxnSpPr>
        <p:spPr>
          <a:xfrm flipH="1">
            <a:off x="929047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CF3182BE-FE7D-C6EF-DE5E-90981F67A6F7}"/>
              </a:ext>
            </a:extLst>
          </p:cNvPr>
          <p:cNvCxnSpPr>
            <a:cxnSpLocks/>
            <a:stCxn id="105" idx="4"/>
            <a:endCxn id="177" idx="0"/>
          </p:cNvCxnSpPr>
          <p:nvPr/>
        </p:nvCxnSpPr>
        <p:spPr>
          <a:xfrm flipH="1">
            <a:off x="1629494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168F4009-AE16-5AB5-1A02-ED7AD0D3179E}"/>
              </a:ext>
            </a:extLst>
          </p:cNvPr>
          <p:cNvCxnSpPr>
            <a:cxnSpLocks/>
            <a:stCxn id="108" idx="4"/>
            <a:endCxn id="145" idx="0"/>
          </p:cNvCxnSpPr>
          <p:nvPr/>
        </p:nvCxnSpPr>
        <p:spPr>
          <a:xfrm flipH="1">
            <a:off x="2329941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3C561F79-A0B3-DFA5-7053-B98642A34782}"/>
              </a:ext>
            </a:extLst>
          </p:cNvPr>
          <p:cNvCxnSpPr>
            <a:cxnSpLocks/>
            <a:stCxn id="109" idx="4"/>
            <a:endCxn id="174" idx="0"/>
          </p:cNvCxnSpPr>
          <p:nvPr/>
        </p:nvCxnSpPr>
        <p:spPr>
          <a:xfrm flipH="1">
            <a:off x="3030388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EF8508FD-E429-25A6-F87F-DFD0CE83F8F3}"/>
              </a:ext>
            </a:extLst>
          </p:cNvPr>
          <p:cNvCxnSpPr>
            <a:cxnSpLocks/>
            <a:stCxn id="106" idx="4"/>
            <a:endCxn id="176" idx="0"/>
          </p:cNvCxnSpPr>
          <p:nvPr/>
        </p:nvCxnSpPr>
        <p:spPr>
          <a:xfrm flipH="1">
            <a:off x="3730835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9195487D-9B13-B073-CB99-059EDD5F59A2}"/>
              </a:ext>
            </a:extLst>
          </p:cNvPr>
          <p:cNvCxnSpPr>
            <a:cxnSpLocks/>
            <a:stCxn id="107" idx="4"/>
            <a:endCxn id="146" idx="0"/>
          </p:cNvCxnSpPr>
          <p:nvPr/>
        </p:nvCxnSpPr>
        <p:spPr>
          <a:xfrm flipH="1">
            <a:off x="4431282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801C745-C5D2-D83A-4C66-72C06094EB23}"/>
              </a:ext>
            </a:extLst>
          </p:cNvPr>
          <p:cNvCxnSpPr>
            <a:cxnSpLocks/>
            <a:stCxn id="83" idx="4"/>
            <a:endCxn id="173" idx="0"/>
          </p:cNvCxnSpPr>
          <p:nvPr/>
        </p:nvCxnSpPr>
        <p:spPr>
          <a:xfrm flipH="1">
            <a:off x="5131729" y="28956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4C0A054F-1CBC-5434-69D1-D281CE42A09A}"/>
              </a:ext>
            </a:extLst>
          </p:cNvPr>
          <p:cNvCxnSpPr>
            <a:cxnSpLocks/>
            <a:stCxn id="83" idx="4"/>
            <a:endCxn id="143" idx="0"/>
          </p:cNvCxnSpPr>
          <p:nvPr/>
        </p:nvCxnSpPr>
        <p:spPr>
          <a:xfrm>
            <a:off x="5832176" y="28956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D35D27FE-5BD4-CC60-7590-23D217F29B1B}"/>
              </a:ext>
            </a:extLst>
          </p:cNvPr>
          <p:cNvCxnSpPr>
            <a:cxnSpLocks/>
            <a:stCxn id="84" idx="4"/>
            <a:endCxn id="144" idx="0"/>
          </p:cNvCxnSpPr>
          <p:nvPr/>
        </p:nvCxnSpPr>
        <p:spPr>
          <a:xfrm>
            <a:off x="6532622" y="28956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B1610114-6104-272D-ECFF-26ACFC058D1D}"/>
              </a:ext>
            </a:extLst>
          </p:cNvPr>
          <p:cNvSpPr/>
          <p:nvPr/>
        </p:nvSpPr>
        <p:spPr>
          <a:xfrm>
            <a:off x="5603576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95AE66E-C4FB-C4CC-9AFB-9D7A0E00C418}"/>
              </a:ext>
            </a:extLst>
          </p:cNvPr>
          <p:cNvSpPr/>
          <p:nvPr/>
        </p:nvSpPr>
        <p:spPr>
          <a:xfrm>
            <a:off x="6304022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DC922D5B-055B-424C-0A69-90DB106FE255}"/>
              </a:ext>
            </a:extLst>
          </p:cNvPr>
          <p:cNvSpPr/>
          <p:nvPr/>
        </p:nvSpPr>
        <p:spPr>
          <a:xfrm>
            <a:off x="2101341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439E3BC2-118E-E99B-E5E7-FDDC7D3A847A}"/>
              </a:ext>
            </a:extLst>
          </p:cNvPr>
          <p:cNvSpPr/>
          <p:nvPr/>
        </p:nvSpPr>
        <p:spPr>
          <a:xfrm>
            <a:off x="4202682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757EC097-D44B-D79A-67B6-EB85F1BF5ADD}"/>
              </a:ext>
            </a:extLst>
          </p:cNvPr>
          <p:cNvSpPr/>
          <p:nvPr/>
        </p:nvSpPr>
        <p:spPr>
          <a:xfrm>
            <a:off x="4903129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9AE655F0-0761-0032-FBC7-16F2D1987C04}"/>
              </a:ext>
            </a:extLst>
          </p:cNvPr>
          <p:cNvSpPr/>
          <p:nvPr/>
        </p:nvSpPr>
        <p:spPr>
          <a:xfrm>
            <a:off x="2801788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7D08BD19-F6ED-9AC0-D110-28D0E3EE5F50}"/>
              </a:ext>
            </a:extLst>
          </p:cNvPr>
          <p:cNvSpPr/>
          <p:nvPr/>
        </p:nvSpPr>
        <p:spPr>
          <a:xfrm>
            <a:off x="3502235" y="40640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0FA73263-66B0-9C5A-0FC6-7A46C013A68C}"/>
              </a:ext>
            </a:extLst>
          </p:cNvPr>
          <p:cNvSpPr/>
          <p:nvPr/>
        </p:nvSpPr>
        <p:spPr>
          <a:xfrm>
            <a:off x="1400894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150E6413-8236-AFB9-4586-4C6044C9BAB8}"/>
              </a:ext>
            </a:extLst>
          </p:cNvPr>
          <p:cNvSpPr/>
          <p:nvPr/>
        </p:nvSpPr>
        <p:spPr>
          <a:xfrm>
            <a:off x="700447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8583558B-AB70-921C-145B-F40185F6FBA1}"/>
              </a:ext>
            </a:extLst>
          </p:cNvPr>
          <p:cNvSpPr/>
          <p:nvPr/>
        </p:nvSpPr>
        <p:spPr>
          <a:xfrm>
            <a:off x="0" y="40640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0758B57A-9113-712E-9DE1-A8EAE3DE4EE2}"/>
              </a:ext>
            </a:extLst>
          </p:cNvPr>
          <p:cNvCxnSpPr>
            <a:cxnSpLocks/>
            <a:stCxn id="199" idx="4"/>
            <a:endCxn id="238" idx="0"/>
          </p:cNvCxnSpPr>
          <p:nvPr/>
        </p:nvCxnSpPr>
        <p:spPr>
          <a:xfrm>
            <a:off x="228600" y="37084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92A73A4C-F4FF-D119-8ED1-C1D06EA5032F}"/>
              </a:ext>
            </a:extLst>
          </p:cNvPr>
          <p:cNvCxnSpPr>
            <a:cxnSpLocks/>
            <a:stCxn id="199" idx="4"/>
            <a:endCxn id="237" idx="0"/>
          </p:cNvCxnSpPr>
          <p:nvPr/>
        </p:nvCxnSpPr>
        <p:spPr>
          <a:xfrm>
            <a:off x="228600" y="37084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EBEDF0E1-3474-741B-F098-3D21FF841056}"/>
              </a:ext>
            </a:extLst>
          </p:cNvPr>
          <p:cNvCxnSpPr>
            <a:cxnSpLocks/>
            <a:stCxn id="198" idx="4"/>
            <a:endCxn id="236" idx="0"/>
          </p:cNvCxnSpPr>
          <p:nvPr/>
        </p:nvCxnSpPr>
        <p:spPr>
          <a:xfrm>
            <a:off x="929047" y="37084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E9454E04-FBDE-90EE-ECD8-7B972736567E}"/>
              </a:ext>
            </a:extLst>
          </p:cNvPr>
          <p:cNvCxnSpPr>
            <a:cxnSpLocks/>
            <a:stCxn id="198" idx="4"/>
            <a:endCxn id="231" idx="0"/>
          </p:cNvCxnSpPr>
          <p:nvPr/>
        </p:nvCxnSpPr>
        <p:spPr>
          <a:xfrm>
            <a:off x="929047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0D4477BF-BED2-11B9-6A0B-82FE54566081}"/>
              </a:ext>
            </a:extLst>
          </p:cNvPr>
          <p:cNvCxnSpPr>
            <a:cxnSpLocks/>
            <a:stCxn id="174" idx="4"/>
            <a:endCxn id="234" idx="0"/>
          </p:cNvCxnSpPr>
          <p:nvPr/>
        </p:nvCxnSpPr>
        <p:spPr>
          <a:xfrm>
            <a:off x="3030388" y="37084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9C8D6452-094E-A58E-743A-6313C25DCEB6}"/>
              </a:ext>
            </a:extLst>
          </p:cNvPr>
          <p:cNvCxnSpPr>
            <a:cxnSpLocks/>
            <a:stCxn id="174" idx="4"/>
            <a:endCxn id="235" idx="0"/>
          </p:cNvCxnSpPr>
          <p:nvPr/>
        </p:nvCxnSpPr>
        <p:spPr>
          <a:xfrm>
            <a:off x="3030388" y="37084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FDC70385-039D-1948-F9C7-E7B7DE9C9DFD}"/>
              </a:ext>
            </a:extLst>
          </p:cNvPr>
          <p:cNvCxnSpPr>
            <a:cxnSpLocks/>
            <a:stCxn id="174" idx="4"/>
            <a:endCxn id="232" idx="0"/>
          </p:cNvCxnSpPr>
          <p:nvPr/>
        </p:nvCxnSpPr>
        <p:spPr>
          <a:xfrm>
            <a:off x="3030388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3E03366B-BA3F-6F9D-128B-0D704D4F581B}"/>
              </a:ext>
            </a:extLst>
          </p:cNvPr>
          <p:cNvCxnSpPr>
            <a:cxnSpLocks/>
            <a:stCxn id="176" idx="4"/>
            <a:endCxn id="233" idx="0"/>
          </p:cNvCxnSpPr>
          <p:nvPr/>
        </p:nvCxnSpPr>
        <p:spPr>
          <a:xfrm>
            <a:off x="3730835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F7EFFB90-6498-FC1B-AB49-68B916A4F152}"/>
              </a:ext>
            </a:extLst>
          </p:cNvPr>
          <p:cNvCxnSpPr>
            <a:cxnSpLocks/>
            <a:stCxn id="146" idx="4"/>
            <a:endCxn id="210" idx="0"/>
          </p:cNvCxnSpPr>
          <p:nvPr/>
        </p:nvCxnSpPr>
        <p:spPr>
          <a:xfrm>
            <a:off x="4431282" y="37084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0C44AF60-2BC1-F81A-34B1-8DA6022C3FFA}"/>
              </a:ext>
            </a:extLst>
          </p:cNvPr>
          <p:cNvCxnSpPr>
            <a:cxnSpLocks/>
            <a:stCxn id="143" idx="4"/>
            <a:endCxn id="230" idx="0"/>
          </p:cNvCxnSpPr>
          <p:nvPr/>
        </p:nvCxnSpPr>
        <p:spPr>
          <a:xfrm>
            <a:off x="5832176" y="3708400"/>
            <a:ext cx="700446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Oval 267">
            <a:extLst>
              <a:ext uri="{FF2B5EF4-FFF2-40B4-BE49-F238E27FC236}">
                <a16:creationId xmlns:a16="http://schemas.microsoft.com/office/drawing/2014/main" id="{FC3DF6CD-B2D0-4962-71B4-14709AF79DBE}"/>
              </a:ext>
            </a:extLst>
          </p:cNvPr>
          <p:cNvSpPr/>
          <p:nvPr/>
        </p:nvSpPr>
        <p:spPr>
          <a:xfrm>
            <a:off x="5603576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3FEEE44F-8E46-437D-32F1-D4ADCCB6EE44}"/>
              </a:ext>
            </a:extLst>
          </p:cNvPr>
          <p:cNvSpPr/>
          <p:nvPr/>
        </p:nvSpPr>
        <p:spPr>
          <a:xfrm>
            <a:off x="6304022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4AA0A462-1A69-904C-F758-B3C235B88BD2}"/>
              </a:ext>
            </a:extLst>
          </p:cNvPr>
          <p:cNvSpPr/>
          <p:nvPr/>
        </p:nvSpPr>
        <p:spPr>
          <a:xfrm>
            <a:off x="2101341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A753E6AE-689B-3060-AAC6-69D8B972A3D4}"/>
              </a:ext>
            </a:extLst>
          </p:cNvPr>
          <p:cNvSpPr/>
          <p:nvPr/>
        </p:nvSpPr>
        <p:spPr>
          <a:xfrm>
            <a:off x="4202682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E226C25D-9537-6DBF-96C0-97DEFBABB282}"/>
              </a:ext>
            </a:extLst>
          </p:cNvPr>
          <p:cNvSpPr/>
          <p:nvPr/>
        </p:nvSpPr>
        <p:spPr>
          <a:xfrm>
            <a:off x="4903129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03732435-9FDA-47AF-05B1-8E80D5BEF68A}"/>
              </a:ext>
            </a:extLst>
          </p:cNvPr>
          <p:cNvSpPr/>
          <p:nvPr/>
        </p:nvSpPr>
        <p:spPr>
          <a:xfrm>
            <a:off x="2801788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D3504E19-0F45-5D34-7643-0BD85D79A75B}"/>
              </a:ext>
            </a:extLst>
          </p:cNvPr>
          <p:cNvSpPr/>
          <p:nvPr/>
        </p:nvSpPr>
        <p:spPr>
          <a:xfrm>
            <a:off x="3502235" y="48768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E8DB0BA6-BE12-BC36-AC6C-3BE223FFDFC4}"/>
              </a:ext>
            </a:extLst>
          </p:cNvPr>
          <p:cNvSpPr/>
          <p:nvPr/>
        </p:nvSpPr>
        <p:spPr>
          <a:xfrm>
            <a:off x="1400894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811CC46F-D3C1-742F-6BFB-B91FC4F084F1}"/>
              </a:ext>
            </a:extLst>
          </p:cNvPr>
          <p:cNvSpPr/>
          <p:nvPr/>
        </p:nvSpPr>
        <p:spPr>
          <a:xfrm>
            <a:off x="700447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A5D95EB5-F0E7-1D5E-74E3-D14118541BDC}"/>
              </a:ext>
            </a:extLst>
          </p:cNvPr>
          <p:cNvSpPr/>
          <p:nvPr/>
        </p:nvSpPr>
        <p:spPr>
          <a:xfrm>
            <a:off x="0" y="48768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7E5DDD24-51C8-B2C4-1976-D88B9FF04485}"/>
              </a:ext>
            </a:extLst>
          </p:cNvPr>
          <p:cNvCxnSpPr>
            <a:cxnSpLocks/>
            <a:stCxn id="238" idx="4"/>
            <a:endCxn id="277" idx="0"/>
          </p:cNvCxnSpPr>
          <p:nvPr/>
        </p:nvCxnSpPr>
        <p:spPr>
          <a:xfrm>
            <a:off x="228600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97C5D8D0-A126-F5F2-C863-3C8D50FC6705}"/>
              </a:ext>
            </a:extLst>
          </p:cNvPr>
          <p:cNvCxnSpPr>
            <a:cxnSpLocks/>
            <a:stCxn id="237" idx="4"/>
            <a:endCxn id="276" idx="0"/>
          </p:cNvCxnSpPr>
          <p:nvPr/>
        </p:nvCxnSpPr>
        <p:spPr>
          <a:xfrm>
            <a:off x="929047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92478F63-3040-0DC4-3192-1460DC6ECF5F}"/>
              </a:ext>
            </a:extLst>
          </p:cNvPr>
          <p:cNvCxnSpPr>
            <a:cxnSpLocks/>
            <a:stCxn id="237" idx="4"/>
            <a:endCxn id="275" idx="0"/>
          </p:cNvCxnSpPr>
          <p:nvPr/>
        </p:nvCxnSpPr>
        <p:spPr>
          <a:xfrm>
            <a:off x="929047" y="4521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81D165F1-3E68-B40B-517C-9AEE94EB81EE}"/>
              </a:ext>
            </a:extLst>
          </p:cNvPr>
          <p:cNvCxnSpPr>
            <a:cxnSpLocks/>
            <a:stCxn id="231" idx="4"/>
            <a:endCxn id="270" idx="0"/>
          </p:cNvCxnSpPr>
          <p:nvPr/>
        </p:nvCxnSpPr>
        <p:spPr>
          <a:xfrm>
            <a:off x="2329941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39834E84-85F3-822B-1763-CBA7D5AD4D11}"/>
              </a:ext>
            </a:extLst>
          </p:cNvPr>
          <p:cNvCxnSpPr>
            <a:cxnSpLocks/>
            <a:stCxn id="231" idx="4"/>
            <a:endCxn id="273" idx="0"/>
          </p:cNvCxnSpPr>
          <p:nvPr/>
        </p:nvCxnSpPr>
        <p:spPr>
          <a:xfrm>
            <a:off x="2329941" y="4521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6B29BC5F-030B-EFAF-BDF5-E405E81B47B3}"/>
              </a:ext>
            </a:extLst>
          </p:cNvPr>
          <p:cNvCxnSpPr>
            <a:cxnSpLocks/>
            <a:stCxn id="233" idx="4"/>
            <a:endCxn id="274" idx="0"/>
          </p:cNvCxnSpPr>
          <p:nvPr/>
        </p:nvCxnSpPr>
        <p:spPr>
          <a:xfrm flipH="1">
            <a:off x="3730835" y="45212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8D7AA057-19A7-6247-9B2A-44359C05A13D}"/>
              </a:ext>
            </a:extLst>
          </p:cNvPr>
          <p:cNvCxnSpPr>
            <a:cxnSpLocks/>
            <a:stCxn id="233" idx="4"/>
            <a:endCxn id="271" idx="0"/>
          </p:cNvCxnSpPr>
          <p:nvPr/>
        </p:nvCxnSpPr>
        <p:spPr>
          <a:xfrm flipH="1">
            <a:off x="4431282" y="45212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9FDCB12A-87F6-1D53-F78F-898FE8F41A32}"/>
              </a:ext>
            </a:extLst>
          </p:cNvPr>
          <p:cNvCxnSpPr>
            <a:cxnSpLocks/>
            <a:stCxn id="233" idx="4"/>
            <a:endCxn id="272" idx="0"/>
          </p:cNvCxnSpPr>
          <p:nvPr/>
        </p:nvCxnSpPr>
        <p:spPr>
          <a:xfrm>
            <a:off x="5131729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A05FED04-2F9B-07D4-8C1D-360A04CAA6D5}"/>
              </a:ext>
            </a:extLst>
          </p:cNvPr>
          <p:cNvCxnSpPr>
            <a:cxnSpLocks/>
            <a:stCxn id="210" idx="4"/>
            <a:endCxn id="268" idx="0"/>
          </p:cNvCxnSpPr>
          <p:nvPr/>
        </p:nvCxnSpPr>
        <p:spPr>
          <a:xfrm>
            <a:off x="5832176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2BC92AAF-36C7-D35D-FAE8-8A57D11F0C11}"/>
              </a:ext>
            </a:extLst>
          </p:cNvPr>
          <p:cNvCxnSpPr>
            <a:cxnSpLocks/>
            <a:stCxn id="230" idx="4"/>
            <a:endCxn id="269" idx="0"/>
          </p:cNvCxnSpPr>
          <p:nvPr/>
        </p:nvCxnSpPr>
        <p:spPr>
          <a:xfrm>
            <a:off x="6532622" y="45212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Oval 287">
            <a:extLst>
              <a:ext uri="{FF2B5EF4-FFF2-40B4-BE49-F238E27FC236}">
                <a16:creationId xmlns:a16="http://schemas.microsoft.com/office/drawing/2014/main" id="{CD7BB055-0DA6-796F-4FC0-A0027D11C466}"/>
              </a:ext>
            </a:extLst>
          </p:cNvPr>
          <p:cNvSpPr/>
          <p:nvPr/>
        </p:nvSpPr>
        <p:spPr>
          <a:xfrm>
            <a:off x="5603576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BBF0AC9C-3F60-1969-2637-04D781AB444E}"/>
              </a:ext>
            </a:extLst>
          </p:cNvPr>
          <p:cNvSpPr/>
          <p:nvPr/>
        </p:nvSpPr>
        <p:spPr>
          <a:xfrm>
            <a:off x="6304022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94B391AE-BE7A-46FE-FFF9-98B22D0D8878}"/>
              </a:ext>
            </a:extLst>
          </p:cNvPr>
          <p:cNvSpPr/>
          <p:nvPr/>
        </p:nvSpPr>
        <p:spPr>
          <a:xfrm>
            <a:off x="2101341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06FA7CAA-DE07-5EDE-B491-CFB660C237C0}"/>
              </a:ext>
            </a:extLst>
          </p:cNvPr>
          <p:cNvSpPr/>
          <p:nvPr/>
        </p:nvSpPr>
        <p:spPr>
          <a:xfrm>
            <a:off x="4202682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26E2EAAE-B63B-8AE3-69F2-CD939BF22053}"/>
              </a:ext>
            </a:extLst>
          </p:cNvPr>
          <p:cNvSpPr/>
          <p:nvPr/>
        </p:nvSpPr>
        <p:spPr>
          <a:xfrm>
            <a:off x="4903129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043A632C-19D3-127A-211B-7BBBFFA224F3}"/>
              </a:ext>
            </a:extLst>
          </p:cNvPr>
          <p:cNvSpPr/>
          <p:nvPr/>
        </p:nvSpPr>
        <p:spPr>
          <a:xfrm>
            <a:off x="2801788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729A48C0-0A0A-D766-0136-6F6FD15D2FEF}"/>
              </a:ext>
            </a:extLst>
          </p:cNvPr>
          <p:cNvSpPr/>
          <p:nvPr/>
        </p:nvSpPr>
        <p:spPr>
          <a:xfrm>
            <a:off x="3502235" y="5689600"/>
            <a:ext cx="457200" cy="4572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F8930119-64F9-04A1-1681-39A143E122E3}"/>
              </a:ext>
            </a:extLst>
          </p:cNvPr>
          <p:cNvSpPr/>
          <p:nvPr/>
        </p:nvSpPr>
        <p:spPr>
          <a:xfrm>
            <a:off x="1400894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D0DEB3C7-7173-70AB-3DAA-6FF3E7C2EEA8}"/>
              </a:ext>
            </a:extLst>
          </p:cNvPr>
          <p:cNvSpPr/>
          <p:nvPr/>
        </p:nvSpPr>
        <p:spPr>
          <a:xfrm>
            <a:off x="700447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66D0C7D0-4FD6-72D1-A984-5334DC41CED7}"/>
              </a:ext>
            </a:extLst>
          </p:cNvPr>
          <p:cNvSpPr/>
          <p:nvPr/>
        </p:nvSpPr>
        <p:spPr>
          <a:xfrm>
            <a:off x="0" y="5689600"/>
            <a:ext cx="457200" cy="457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A7046FF2-945F-5DD2-2A8F-804C1FA7BBCF}"/>
              </a:ext>
            </a:extLst>
          </p:cNvPr>
          <p:cNvCxnSpPr>
            <a:cxnSpLocks/>
            <a:stCxn id="277" idx="4"/>
            <a:endCxn id="297" idx="0"/>
          </p:cNvCxnSpPr>
          <p:nvPr/>
        </p:nvCxnSpPr>
        <p:spPr>
          <a:xfrm>
            <a:off x="228600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63D706A2-E4F4-1DB8-A140-7652E8EE75C2}"/>
              </a:ext>
            </a:extLst>
          </p:cNvPr>
          <p:cNvCxnSpPr>
            <a:cxnSpLocks/>
            <a:stCxn id="277" idx="4"/>
            <a:endCxn id="296" idx="0"/>
          </p:cNvCxnSpPr>
          <p:nvPr/>
        </p:nvCxnSpPr>
        <p:spPr>
          <a:xfrm>
            <a:off x="228600" y="5334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6927CA8F-E501-72CE-3AE2-35FF5ABE2989}"/>
              </a:ext>
            </a:extLst>
          </p:cNvPr>
          <p:cNvCxnSpPr>
            <a:cxnSpLocks/>
            <a:stCxn id="273" idx="4"/>
            <a:endCxn id="295" idx="0"/>
          </p:cNvCxnSpPr>
          <p:nvPr/>
        </p:nvCxnSpPr>
        <p:spPr>
          <a:xfrm flipH="1">
            <a:off x="1629494" y="53340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165870F7-E304-0027-73A8-F25CB00924D9}"/>
              </a:ext>
            </a:extLst>
          </p:cNvPr>
          <p:cNvCxnSpPr>
            <a:cxnSpLocks/>
            <a:stCxn id="273" idx="4"/>
            <a:endCxn id="290" idx="0"/>
          </p:cNvCxnSpPr>
          <p:nvPr/>
        </p:nvCxnSpPr>
        <p:spPr>
          <a:xfrm flipH="1">
            <a:off x="2329941" y="5334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ADCA07E0-103B-FC2C-3B4A-171086A26230}"/>
              </a:ext>
            </a:extLst>
          </p:cNvPr>
          <p:cNvCxnSpPr>
            <a:cxnSpLocks/>
            <a:stCxn id="274" idx="3"/>
            <a:endCxn id="293" idx="0"/>
          </p:cNvCxnSpPr>
          <p:nvPr/>
        </p:nvCxnSpPr>
        <p:spPr>
          <a:xfrm flipH="1">
            <a:off x="3030388" y="5267045"/>
            <a:ext cx="538802" cy="422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7284251C-26F9-9170-962B-FE99A43BDC84}"/>
              </a:ext>
            </a:extLst>
          </p:cNvPr>
          <p:cNvCxnSpPr>
            <a:cxnSpLocks/>
            <a:stCxn id="274" idx="4"/>
            <a:endCxn id="294" idx="0"/>
          </p:cNvCxnSpPr>
          <p:nvPr/>
        </p:nvCxnSpPr>
        <p:spPr>
          <a:xfrm>
            <a:off x="3730835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4B944808-7080-BC38-338A-4F6165D09033}"/>
              </a:ext>
            </a:extLst>
          </p:cNvPr>
          <p:cNvCxnSpPr>
            <a:cxnSpLocks/>
            <a:stCxn id="268" idx="4"/>
            <a:endCxn id="291" idx="0"/>
          </p:cNvCxnSpPr>
          <p:nvPr/>
        </p:nvCxnSpPr>
        <p:spPr>
          <a:xfrm flipH="1">
            <a:off x="4431282" y="5334000"/>
            <a:ext cx="1400894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CC106B8C-3B9C-F046-8188-BC056503148C}"/>
              </a:ext>
            </a:extLst>
          </p:cNvPr>
          <p:cNvCxnSpPr>
            <a:cxnSpLocks/>
            <a:stCxn id="268" idx="4"/>
            <a:endCxn id="292" idx="0"/>
          </p:cNvCxnSpPr>
          <p:nvPr/>
        </p:nvCxnSpPr>
        <p:spPr>
          <a:xfrm flipH="1">
            <a:off x="5131729" y="5334000"/>
            <a:ext cx="700447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BD7EE8E6-75EF-B5CE-49E4-412666A42DB0}"/>
              </a:ext>
            </a:extLst>
          </p:cNvPr>
          <p:cNvCxnSpPr>
            <a:cxnSpLocks/>
            <a:stCxn id="268" idx="4"/>
            <a:endCxn id="288" idx="0"/>
          </p:cNvCxnSpPr>
          <p:nvPr/>
        </p:nvCxnSpPr>
        <p:spPr>
          <a:xfrm>
            <a:off x="5832176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2468D865-A9A3-81B5-0C69-4596BBD37AA6}"/>
              </a:ext>
            </a:extLst>
          </p:cNvPr>
          <p:cNvCxnSpPr>
            <a:cxnSpLocks/>
            <a:stCxn id="269" idx="4"/>
            <a:endCxn id="289" idx="0"/>
          </p:cNvCxnSpPr>
          <p:nvPr/>
        </p:nvCxnSpPr>
        <p:spPr>
          <a:xfrm>
            <a:off x="6532622" y="5334000"/>
            <a:ext cx="0" cy="355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407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10835</TotalTime>
  <Words>396</Words>
  <Application>Microsoft Macintosh PowerPoint</Application>
  <PresentationFormat>Widescreen</PresentationFormat>
  <Paragraphs>284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Friedlander</dc:creator>
  <cp:lastModifiedBy>Eric Friedlander</cp:lastModifiedBy>
  <cp:revision>29</cp:revision>
  <cp:lastPrinted>2021-02-03T01:18:42Z</cp:lastPrinted>
  <dcterms:created xsi:type="dcterms:W3CDTF">2019-02-13T19:38:19Z</dcterms:created>
  <dcterms:modified xsi:type="dcterms:W3CDTF">2023-11-27T02:43:13Z</dcterms:modified>
</cp:coreProperties>
</file>